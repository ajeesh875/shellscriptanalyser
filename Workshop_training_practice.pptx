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sldIdLst>
    <p:sldId id="2147478081" r:id="rId5"/>
    <p:sldId id="2147478084" r:id="rId6"/>
    <p:sldId id="2147478098" r:id="rId7"/>
    <p:sldId id="2147478101" r:id="rId8"/>
    <p:sldId id="2147478100" r:id="rId9"/>
    <p:sldId id="2147478096" r:id="rId10"/>
    <p:sldId id="2147478093" r:id="rId11"/>
    <p:sldId id="2147478099" r:id="rId12"/>
    <p:sldId id="2147478097" r:id="rId1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&amp; Agenda" id="{AF397738-3440-4EC1-A2F3-570F1A1DA176}">
          <p14:sldIdLst>
            <p14:sldId id="2147478081"/>
          </p14:sldIdLst>
        </p14:section>
        <p14:section name="Introduction" id="{FE1FC543-17B4-437F-A977-F8F7546B27EF}">
          <p14:sldIdLst>
            <p14:sldId id="2147478084"/>
            <p14:sldId id="2147478098"/>
            <p14:sldId id="2147478101"/>
            <p14:sldId id="2147478100"/>
            <p14:sldId id="2147478096"/>
            <p14:sldId id="2147478093"/>
            <p14:sldId id="2147478099"/>
            <p14:sldId id="2147478097"/>
          </p14:sldIdLst>
        </p14:section>
        <p14:section name="The End of Workshop" id="{128F4F23-183D-40D7-9519-F4320979065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orris, Kirk" initials="KRM" lastIdx="15" clrIdx="0"/>
  <p:cmAuthor id="1" name="Rathish Sreekantan (ENU)" initials="RS(" lastIdx="10" clrIdx="1">
    <p:extLst>
      <p:ext uri="{19B8F6BF-5375-455C-9EA6-DF929625EA0E}">
        <p15:presenceInfo xmlns:p15="http://schemas.microsoft.com/office/powerpoint/2012/main" userId="S-1-5-21-57989841-616249376-1801674531-1679695" providerId="AD"/>
      </p:ext>
    </p:extLst>
  </p:cmAuthor>
  <p:cmAuthor id="2" name="Rakesh Y (ENU)" initials="RY(" lastIdx="1" clrIdx="2">
    <p:extLst>
      <p:ext uri="{19B8F6BF-5375-455C-9EA6-DF929625EA0E}">
        <p15:presenceInfo xmlns:p15="http://schemas.microsoft.com/office/powerpoint/2012/main" userId="S-1-5-21-57989841-616249376-1801674531-18604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D55"/>
    <a:srgbClr val="FFFFFF"/>
    <a:srgbClr val="FC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99B95-D1C8-B449-B0AE-865DC11AD4E7}" v="297" dt="2025-03-17T10:22:00.337"/>
    <p1510:client id="{4C0795C8-7C85-4907-8CB2-AA9E52FB42F4}" v="673" dt="2025-03-17T09:51:05.263"/>
    <p1510:client id="{60208500-1C38-B8B1-25D8-EA4E9A11F05C}" v="291" dt="2025-03-17T06:05:41.1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236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ti Devdas Shettigar (ENU)" userId="5d79fc23-9f70-4e2b-9e2d-1c3259d453b2" providerId="ADAL" clId="{819B480F-5A15-440A-B417-4725C4E470A7}"/>
    <pc:docChg chg="undo custSel addSld modSld sldOrd">
      <pc:chgData name="Dipti Devdas Shettigar (ENU)" userId="5d79fc23-9f70-4e2b-9e2d-1c3259d453b2" providerId="ADAL" clId="{819B480F-5A15-440A-B417-4725C4E470A7}" dt="2020-07-27T13:19:37.489" v="208" actId="20577"/>
      <pc:docMkLst>
        <pc:docMk/>
      </pc:docMkLst>
      <pc:sldChg chg="modSp">
        <pc:chgData name="Dipti Devdas Shettigar (ENU)" userId="5d79fc23-9f70-4e2b-9e2d-1c3259d453b2" providerId="ADAL" clId="{819B480F-5A15-440A-B417-4725C4E470A7}" dt="2020-07-27T13:16:27.311" v="110" actId="20577"/>
        <pc:sldMkLst>
          <pc:docMk/>
          <pc:sldMk cId="1999611729" sldId="266"/>
        </pc:sldMkLst>
      </pc:sldChg>
      <pc:sldChg chg="addSp delSp modSp">
        <pc:chgData name="Dipti Devdas Shettigar (ENU)" userId="5d79fc23-9f70-4e2b-9e2d-1c3259d453b2" providerId="ADAL" clId="{819B480F-5A15-440A-B417-4725C4E470A7}" dt="2020-07-27T13:14:24.233" v="18"/>
        <pc:sldMkLst>
          <pc:docMk/>
          <pc:sldMk cId="872893843" sldId="269"/>
        </pc:sldMkLst>
      </pc:sldChg>
      <pc:sldChg chg="ord">
        <pc:chgData name="Dipti Devdas Shettigar (ENU)" userId="5d79fc23-9f70-4e2b-9e2d-1c3259d453b2" providerId="ADAL" clId="{819B480F-5A15-440A-B417-4725C4E470A7}" dt="2020-07-27T13:19:05.188" v="156"/>
        <pc:sldMkLst>
          <pc:docMk/>
          <pc:sldMk cId="2698201032" sldId="271"/>
        </pc:sldMkLst>
      </pc:sldChg>
      <pc:sldChg chg="addSp delSp modSp">
        <pc:chgData name="Dipti Devdas Shettigar (ENU)" userId="5d79fc23-9f70-4e2b-9e2d-1c3259d453b2" providerId="ADAL" clId="{819B480F-5A15-440A-B417-4725C4E470A7}" dt="2020-07-27T13:15:02.039" v="36" actId="1076"/>
        <pc:sldMkLst>
          <pc:docMk/>
          <pc:sldMk cId="1711480532" sldId="276"/>
        </pc:sldMkLst>
      </pc:sldChg>
      <pc:sldChg chg="add">
        <pc:chgData name="Dipti Devdas Shettigar (ENU)" userId="5d79fc23-9f70-4e2b-9e2d-1c3259d453b2" providerId="ADAL" clId="{819B480F-5A15-440A-B417-4725C4E470A7}" dt="2020-07-27T13:13:44.004" v="0"/>
        <pc:sldMkLst>
          <pc:docMk/>
          <pc:sldMk cId="3037688239" sldId="277"/>
        </pc:sldMkLst>
      </pc:sldChg>
      <pc:sldChg chg="modSp add">
        <pc:chgData name="Dipti Devdas Shettigar (ENU)" userId="5d79fc23-9f70-4e2b-9e2d-1c3259d453b2" providerId="ADAL" clId="{819B480F-5A15-440A-B417-4725C4E470A7}" dt="2020-07-27T13:19:37.489" v="208" actId="20577"/>
        <pc:sldMkLst>
          <pc:docMk/>
          <pc:sldMk cId="686279463" sldId="278"/>
        </pc:sldMkLst>
      </pc:sldChg>
      <pc:sldChg chg="addSp modSp add">
        <pc:chgData name="Dipti Devdas Shettigar (ENU)" userId="5d79fc23-9f70-4e2b-9e2d-1c3259d453b2" providerId="ADAL" clId="{819B480F-5A15-440A-B417-4725C4E470A7}" dt="2020-07-27T13:17:04.832" v="155" actId="1076"/>
        <pc:sldMkLst>
          <pc:docMk/>
          <pc:sldMk cId="1405287501" sldId="279"/>
        </pc:sldMkLst>
      </pc:sldChg>
    </pc:docChg>
  </pc:docChgLst>
  <pc:docChgLst>
    <pc:chgData name="shubhanjana ghosh" userId="38a8030e-70af-4eff-825e-20a7178ea982" providerId="ADAL" clId="{25699B95-D1C8-B449-B0AE-865DC11AD4E7}"/>
    <pc:docChg chg="undo custSel addSld delSld modSld sldOrd delSection modSection">
      <pc:chgData name="shubhanjana ghosh" userId="38a8030e-70af-4eff-825e-20a7178ea982" providerId="ADAL" clId="{25699B95-D1C8-B449-B0AE-865DC11AD4E7}" dt="2025-03-17T10:22:00.337" v="2562" actId="1076"/>
      <pc:docMkLst>
        <pc:docMk/>
      </pc:docMkLst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4154966502" sldId="604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968087284" sldId="618"/>
        </pc:sldMkLst>
      </pc:sldChg>
      <pc:sldChg chg="del">
        <pc:chgData name="shubhanjana ghosh" userId="38a8030e-70af-4eff-825e-20a7178ea982" providerId="ADAL" clId="{25699B95-D1C8-B449-B0AE-865DC11AD4E7}" dt="2025-03-12T16:15:31.959" v="1757" actId="2696"/>
        <pc:sldMkLst>
          <pc:docMk/>
          <pc:sldMk cId="3079023915" sldId="624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915797069" sldId="675"/>
        </pc:sldMkLst>
      </pc:sldChg>
      <pc:sldChg chg="modSp mod">
        <pc:chgData name="shubhanjana ghosh" userId="38a8030e-70af-4eff-825e-20a7178ea982" providerId="ADAL" clId="{25699B95-D1C8-B449-B0AE-865DC11AD4E7}" dt="2025-03-12T15:11:30.897" v="26" actId="20577"/>
        <pc:sldMkLst>
          <pc:docMk/>
          <pc:sldMk cId="2897001290" sldId="2147478081"/>
        </pc:sldMkLst>
        <pc:spChg chg="mod">
          <ac:chgData name="shubhanjana ghosh" userId="38a8030e-70af-4eff-825e-20a7178ea982" providerId="ADAL" clId="{25699B95-D1C8-B449-B0AE-865DC11AD4E7}" dt="2025-03-12T15:10:46.122" v="22" actId="20577"/>
          <ac:spMkLst>
            <pc:docMk/>
            <pc:sldMk cId="2897001290" sldId="2147478081"/>
            <ac:spMk id="6" creationId="{5397A255-C593-4269-6973-296205FDE1EA}"/>
          </ac:spMkLst>
        </pc:spChg>
        <pc:spChg chg="mod">
          <ac:chgData name="shubhanjana ghosh" userId="38a8030e-70af-4eff-825e-20a7178ea982" providerId="ADAL" clId="{25699B95-D1C8-B449-B0AE-865DC11AD4E7}" dt="2025-03-12T15:11:30.897" v="26" actId="20577"/>
          <ac:spMkLst>
            <pc:docMk/>
            <pc:sldMk cId="2897001290" sldId="2147478081"/>
            <ac:spMk id="7" creationId="{A678A009-04F0-F3A9-0D73-16A75FBFBE63}"/>
          </ac:spMkLst>
        </pc:spChg>
        <pc:spChg chg="mod">
          <ac:chgData name="shubhanjana ghosh" userId="38a8030e-70af-4eff-825e-20a7178ea982" providerId="ADAL" clId="{25699B95-D1C8-B449-B0AE-865DC11AD4E7}" dt="2025-03-12T15:10:50.473" v="23" actId="20577"/>
          <ac:spMkLst>
            <pc:docMk/>
            <pc:sldMk cId="2897001290" sldId="2147478081"/>
            <ac:spMk id="8" creationId="{DCEDBF9E-908F-5AE2-086B-7514E7ECD2D9}"/>
          </ac:spMkLst>
        </pc:spChg>
      </pc:sldChg>
      <pc:sldChg chg="modSp mod">
        <pc:chgData name="shubhanjana ghosh" userId="38a8030e-70af-4eff-825e-20a7178ea982" providerId="ADAL" clId="{25699B95-D1C8-B449-B0AE-865DC11AD4E7}" dt="2025-03-12T16:12:05.811" v="1735" actId="20577"/>
        <pc:sldMkLst>
          <pc:docMk/>
          <pc:sldMk cId="2034662095" sldId="2147478084"/>
        </pc:sldMkLst>
        <pc:spChg chg="mod">
          <ac:chgData name="shubhanjana ghosh" userId="38a8030e-70af-4eff-825e-20a7178ea982" providerId="ADAL" clId="{25699B95-D1C8-B449-B0AE-865DC11AD4E7}" dt="2025-03-12T16:12:05.811" v="1735" actId="20577"/>
          <ac:spMkLst>
            <pc:docMk/>
            <pc:sldMk cId="2034662095" sldId="2147478084"/>
            <ac:spMk id="8" creationId="{CFE37430-A216-FC7E-5B35-1FFE56F8ACDE}"/>
          </ac:spMkLst>
        </pc:spChg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015098531" sldId="2147478085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552214943" sldId="2147478086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755803663" sldId="2147478087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588503520" sldId="2147478088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857427074" sldId="2147478089"/>
        </pc:sldMkLst>
      </pc:sldChg>
      <pc:sldChg chg="addSp delSp modSp mod ord">
        <pc:chgData name="shubhanjana ghosh" userId="38a8030e-70af-4eff-825e-20a7178ea982" providerId="ADAL" clId="{25699B95-D1C8-B449-B0AE-865DC11AD4E7}" dt="2025-03-12T16:25:48.687" v="1830" actId="113"/>
        <pc:sldMkLst>
          <pc:docMk/>
          <pc:sldMk cId="860410826" sldId="2147478090"/>
        </pc:sldMkLst>
      </pc:sldChg>
      <pc:sldChg chg="addSp delSp modSp mod">
        <pc:chgData name="shubhanjana ghosh" userId="38a8030e-70af-4eff-825e-20a7178ea982" providerId="ADAL" clId="{25699B95-D1C8-B449-B0AE-865DC11AD4E7}" dt="2025-03-12T15:56:34.233" v="1115" actId="1076"/>
        <pc:sldMkLst>
          <pc:docMk/>
          <pc:sldMk cId="3379391863" sldId="2147478092"/>
        </pc:sldMkLst>
      </pc:sldChg>
      <pc:sldChg chg="addSp delSp modSp mod">
        <pc:chgData name="shubhanjana ghosh" userId="38a8030e-70af-4eff-825e-20a7178ea982" providerId="ADAL" clId="{25699B95-D1C8-B449-B0AE-865DC11AD4E7}" dt="2025-03-17T10:19:16.399" v="2527" actId="1076"/>
        <pc:sldMkLst>
          <pc:docMk/>
          <pc:sldMk cId="529764277" sldId="2147478093"/>
        </pc:sldMkLst>
        <pc:spChg chg="mod">
          <ac:chgData name="shubhanjana ghosh" userId="38a8030e-70af-4eff-825e-20a7178ea982" providerId="ADAL" clId="{25699B95-D1C8-B449-B0AE-865DC11AD4E7}" dt="2025-03-12T15:41:10.609" v="498" actId="20577"/>
          <ac:spMkLst>
            <pc:docMk/>
            <pc:sldMk cId="529764277" sldId="2147478093"/>
            <ac:spMk id="7" creationId="{EFD58F9F-D94F-B073-A963-12992EBE651E}"/>
          </ac:spMkLst>
        </pc:spChg>
        <pc:graphicFrameChg chg="add mod modGraphic">
          <ac:chgData name="shubhanjana ghosh" userId="38a8030e-70af-4eff-825e-20a7178ea982" providerId="ADAL" clId="{25699B95-D1C8-B449-B0AE-865DC11AD4E7}" dt="2025-03-17T10:19:16.399" v="2527" actId="1076"/>
          <ac:graphicFrameMkLst>
            <pc:docMk/>
            <pc:sldMk cId="529764277" sldId="2147478093"/>
            <ac:graphicFrameMk id="3" creationId="{0B537A24-769B-0BC7-8C21-E3FB9F6D941D}"/>
          </ac:graphicFrameMkLst>
        </pc:graphicFrameChg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187460701" sldId="2147478094"/>
        </pc:sldMkLst>
      </pc:sldChg>
      <pc:sldChg chg="del">
        <pc:chgData name="shubhanjana ghosh" userId="38a8030e-70af-4eff-825e-20a7178ea982" providerId="ADAL" clId="{25699B95-D1C8-B449-B0AE-865DC11AD4E7}" dt="2025-03-12T16:15:27.427" v="1756" actId="18676"/>
        <pc:sldMkLst>
          <pc:docMk/>
          <pc:sldMk cId="3094622543" sldId="2147478095"/>
        </pc:sldMkLst>
      </pc:sldChg>
      <pc:sldChg chg="addSp delSp modSp mod">
        <pc:chgData name="shubhanjana ghosh" userId="38a8030e-70af-4eff-825e-20a7178ea982" providerId="ADAL" clId="{25699B95-D1C8-B449-B0AE-865DC11AD4E7}" dt="2025-03-17T10:22:00.337" v="2562" actId="1076"/>
        <pc:sldMkLst>
          <pc:docMk/>
          <pc:sldMk cId="1943995503" sldId="2147478096"/>
        </pc:sldMkLst>
        <pc:spChg chg="mod">
          <ac:chgData name="shubhanjana ghosh" userId="38a8030e-70af-4eff-825e-20a7178ea982" providerId="ADAL" clId="{25699B95-D1C8-B449-B0AE-865DC11AD4E7}" dt="2025-03-12T17:05:42.337" v="2090" actId="20577"/>
          <ac:spMkLst>
            <pc:docMk/>
            <pc:sldMk cId="1943995503" sldId="2147478096"/>
            <ac:spMk id="7" creationId="{1B91B1B5-332C-04C5-182E-A4B520DAEB2B}"/>
          </ac:spMkLst>
        </pc:spChg>
        <pc:spChg chg="add mod">
          <ac:chgData name="shubhanjana ghosh" userId="38a8030e-70af-4eff-825e-20a7178ea982" providerId="ADAL" clId="{25699B95-D1C8-B449-B0AE-865DC11AD4E7}" dt="2025-03-12T17:07:00.446" v="2118" actId="1076"/>
          <ac:spMkLst>
            <pc:docMk/>
            <pc:sldMk cId="1943995503" sldId="2147478096"/>
            <ac:spMk id="8" creationId="{07075209-D99D-7352-C03B-C844F393A64E}"/>
          </ac:spMkLst>
        </pc:spChg>
        <pc:spChg chg="add mod">
          <ac:chgData name="shubhanjana ghosh" userId="38a8030e-70af-4eff-825e-20a7178ea982" providerId="ADAL" clId="{25699B95-D1C8-B449-B0AE-865DC11AD4E7}" dt="2025-03-12T17:07:00.446" v="2118" actId="1076"/>
          <ac:spMkLst>
            <pc:docMk/>
            <pc:sldMk cId="1943995503" sldId="2147478096"/>
            <ac:spMk id="11" creationId="{EC36E882-95D7-AD16-3119-913A246BAAD5}"/>
          </ac:spMkLst>
        </pc:spChg>
        <pc:spChg chg="add mod">
          <ac:chgData name="shubhanjana ghosh" userId="38a8030e-70af-4eff-825e-20a7178ea982" providerId="ADAL" clId="{25699B95-D1C8-B449-B0AE-865DC11AD4E7}" dt="2025-03-12T17:07:00.446" v="2118" actId="1076"/>
          <ac:spMkLst>
            <pc:docMk/>
            <pc:sldMk cId="1943995503" sldId="2147478096"/>
            <ac:spMk id="12" creationId="{7C9AA9B8-81E6-2937-F2FE-4EA6C99DC436}"/>
          </ac:spMkLst>
        </pc:spChg>
        <pc:spChg chg="add mod">
          <ac:chgData name="shubhanjana ghosh" userId="38a8030e-70af-4eff-825e-20a7178ea982" providerId="ADAL" clId="{25699B95-D1C8-B449-B0AE-865DC11AD4E7}" dt="2025-03-12T17:07:44.841" v="2150" actId="20577"/>
          <ac:spMkLst>
            <pc:docMk/>
            <pc:sldMk cId="1943995503" sldId="2147478096"/>
            <ac:spMk id="13" creationId="{A443504D-3BEE-BE80-348B-E70E51853F2D}"/>
          </ac:spMkLst>
        </pc:spChg>
        <pc:spChg chg="add mod">
          <ac:chgData name="shubhanjana ghosh" userId="38a8030e-70af-4eff-825e-20a7178ea982" providerId="ADAL" clId="{25699B95-D1C8-B449-B0AE-865DC11AD4E7}" dt="2025-03-17T10:22:00.337" v="2562" actId="1076"/>
          <ac:spMkLst>
            <pc:docMk/>
            <pc:sldMk cId="1943995503" sldId="2147478096"/>
            <ac:spMk id="14" creationId="{4BD72FC6-B420-666D-8777-F9C3DB5EBBD9}"/>
          </ac:spMkLst>
        </pc:spChg>
        <pc:spChg chg="add mod">
          <ac:chgData name="shubhanjana ghosh" userId="38a8030e-70af-4eff-825e-20a7178ea982" providerId="ADAL" clId="{25699B95-D1C8-B449-B0AE-865DC11AD4E7}" dt="2025-03-12T16:58:39.274" v="1899" actId="1076"/>
          <ac:spMkLst>
            <pc:docMk/>
            <pc:sldMk cId="1943995503" sldId="2147478096"/>
            <ac:spMk id="15" creationId="{03C85EAE-017C-C0DF-8F0A-E0611BAEF3B8}"/>
          </ac:spMkLst>
        </pc:spChg>
        <pc:spChg chg="add mod">
          <ac:chgData name="shubhanjana ghosh" userId="38a8030e-70af-4eff-825e-20a7178ea982" providerId="ADAL" clId="{25699B95-D1C8-B449-B0AE-865DC11AD4E7}" dt="2025-03-17T10:14:05.510" v="2288" actId="20577"/>
          <ac:spMkLst>
            <pc:docMk/>
            <pc:sldMk cId="1943995503" sldId="2147478096"/>
            <ac:spMk id="16" creationId="{A0754599-AFF3-FC13-25E9-20D90C7F302E}"/>
          </ac:spMkLst>
        </pc:spChg>
        <pc:spChg chg="add mod">
          <ac:chgData name="shubhanjana ghosh" userId="38a8030e-70af-4eff-825e-20a7178ea982" providerId="ADAL" clId="{25699B95-D1C8-B449-B0AE-865DC11AD4E7}" dt="2025-03-12T16:59:41.532" v="1936" actId="1076"/>
          <ac:spMkLst>
            <pc:docMk/>
            <pc:sldMk cId="1943995503" sldId="2147478096"/>
            <ac:spMk id="17" creationId="{CFC0C09D-2805-80DD-1393-061F1AD9DC13}"/>
          </ac:spMkLst>
        </pc:spChg>
        <pc:spChg chg="add mod">
          <ac:chgData name="shubhanjana ghosh" userId="38a8030e-70af-4eff-825e-20a7178ea982" providerId="ADAL" clId="{25699B95-D1C8-B449-B0AE-865DC11AD4E7}" dt="2025-03-12T17:07:00.446" v="2118" actId="1076"/>
          <ac:spMkLst>
            <pc:docMk/>
            <pc:sldMk cId="1943995503" sldId="2147478096"/>
            <ac:spMk id="18" creationId="{E4728949-1AD0-B2CE-3F7E-BE6640F5DA44}"/>
          </ac:spMkLst>
        </pc:spChg>
        <pc:spChg chg="add mod">
          <ac:chgData name="shubhanjana ghosh" userId="38a8030e-70af-4eff-825e-20a7178ea982" providerId="ADAL" clId="{25699B95-D1C8-B449-B0AE-865DC11AD4E7}" dt="2025-03-12T17:01:04.482" v="1978" actId="1076"/>
          <ac:spMkLst>
            <pc:docMk/>
            <pc:sldMk cId="1943995503" sldId="2147478096"/>
            <ac:spMk id="19" creationId="{6F46287A-33E1-41D6-E3C6-E92FE20AE198}"/>
          </ac:spMkLst>
        </pc:spChg>
        <pc:spChg chg="add mod">
          <ac:chgData name="shubhanjana ghosh" userId="38a8030e-70af-4eff-825e-20a7178ea982" providerId="ADAL" clId="{25699B95-D1C8-B449-B0AE-865DC11AD4E7}" dt="2025-03-17T10:13:52.766" v="2286" actId="20577"/>
          <ac:spMkLst>
            <pc:docMk/>
            <pc:sldMk cId="1943995503" sldId="2147478096"/>
            <ac:spMk id="20" creationId="{7AAF6784-54C6-1C28-4ECB-98C9B53D7852}"/>
          </ac:spMkLst>
        </pc:spChg>
        <pc:spChg chg="add mod">
          <ac:chgData name="shubhanjana ghosh" userId="38a8030e-70af-4eff-825e-20a7178ea982" providerId="ADAL" clId="{25699B95-D1C8-B449-B0AE-865DC11AD4E7}" dt="2025-03-17T10:13:32.850" v="2282" actId="1076"/>
          <ac:spMkLst>
            <pc:docMk/>
            <pc:sldMk cId="1943995503" sldId="2147478096"/>
            <ac:spMk id="21" creationId="{A89F9E71-9FD1-B8C2-228E-1A387012BF04}"/>
          </ac:spMkLst>
        </pc:spChg>
        <pc:spChg chg="add mod">
          <ac:chgData name="shubhanjana ghosh" userId="38a8030e-70af-4eff-825e-20a7178ea982" providerId="ADAL" clId="{25699B95-D1C8-B449-B0AE-865DC11AD4E7}" dt="2025-03-12T17:07:00.446" v="2118" actId="1076"/>
          <ac:spMkLst>
            <pc:docMk/>
            <pc:sldMk cId="1943995503" sldId="2147478096"/>
            <ac:spMk id="23" creationId="{A7889FF8-FF3F-CD9D-2819-58FECD32417F}"/>
          </ac:spMkLst>
        </pc:spChg>
        <pc:spChg chg="add mod">
          <ac:chgData name="shubhanjana ghosh" userId="38a8030e-70af-4eff-825e-20a7178ea982" providerId="ADAL" clId="{25699B95-D1C8-B449-B0AE-865DC11AD4E7}" dt="2025-03-17T10:13:08.520" v="2269" actId="20577"/>
          <ac:spMkLst>
            <pc:docMk/>
            <pc:sldMk cId="1943995503" sldId="2147478096"/>
            <ac:spMk id="24" creationId="{530749B2-4D08-F830-5530-2FF5267853AF}"/>
          </ac:spMkLst>
        </pc:spChg>
        <pc:spChg chg="add mod">
          <ac:chgData name="shubhanjana ghosh" userId="38a8030e-70af-4eff-825e-20a7178ea982" providerId="ADAL" clId="{25699B95-D1C8-B449-B0AE-865DC11AD4E7}" dt="2025-03-17T10:14:25.091" v="2296" actId="20577"/>
          <ac:spMkLst>
            <pc:docMk/>
            <pc:sldMk cId="1943995503" sldId="2147478096"/>
            <ac:spMk id="26" creationId="{BF9139D4-DF3B-C6A6-3580-3A9930C0BFF1}"/>
          </ac:spMkLst>
        </pc:spChg>
        <pc:cxnChg chg="add mod">
          <ac:chgData name="shubhanjana ghosh" userId="38a8030e-70af-4eff-825e-20a7178ea982" providerId="ADAL" clId="{25699B95-D1C8-B449-B0AE-865DC11AD4E7}" dt="2025-03-12T16:53:09.885" v="1838" actId="14100"/>
          <ac:cxnSpMkLst>
            <pc:docMk/>
            <pc:sldMk cId="1943995503" sldId="2147478096"/>
            <ac:cxnSpMk id="4" creationId="{8CE94794-8B9B-7EC5-090E-8271481D3478}"/>
          </ac:cxnSpMkLst>
        </pc:cxnChg>
      </pc:sldChg>
      <pc:sldChg chg="new del">
        <pc:chgData name="shubhanjana ghosh" userId="38a8030e-70af-4eff-825e-20a7178ea982" providerId="ADAL" clId="{25699B95-D1C8-B449-B0AE-865DC11AD4E7}" dt="2025-03-12T16:15:08.365" v="1755" actId="680"/>
        <pc:sldMkLst>
          <pc:docMk/>
          <pc:sldMk cId="1101573639" sldId="2147478097"/>
        </pc:sldMkLst>
      </pc:sldChg>
      <pc:sldChg chg="addSp delSp modSp add mod">
        <pc:chgData name="shubhanjana ghosh" userId="38a8030e-70af-4eff-825e-20a7178ea982" providerId="ADAL" clId="{25699B95-D1C8-B449-B0AE-865DC11AD4E7}" dt="2025-03-12T16:21:00.465" v="1827" actId="403"/>
        <pc:sldMkLst>
          <pc:docMk/>
          <pc:sldMk cId="1161655936" sldId="2147478097"/>
        </pc:sldMkLst>
        <pc:spChg chg="mod">
          <ac:chgData name="shubhanjana ghosh" userId="38a8030e-70af-4eff-825e-20a7178ea982" providerId="ADAL" clId="{25699B95-D1C8-B449-B0AE-865DC11AD4E7}" dt="2025-03-12T16:15:45.565" v="1788" actId="20577"/>
          <ac:spMkLst>
            <pc:docMk/>
            <pc:sldMk cId="1161655936" sldId="2147478097"/>
            <ac:spMk id="7" creationId="{7B05484A-2372-8968-6C8F-65E9A2680831}"/>
          </ac:spMkLst>
        </pc:spChg>
        <pc:graphicFrameChg chg="add mod modGraphic">
          <ac:chgData name="shubhanjana ghosh" userId="38a8030e-70af-4eff-825e-20a7178ea982" providerId="ADAL" clId="{25699B95-D1C8-B449-B0AE-865DC11AD4E7}" dt="2025-03-12T16:21:00.465" v="1827" actId="403"/>
          <ac:graphicFrameMkLst>
            <pc:docMk/>
            <pc:sldMk cId="1161655936" sldId="2147478097"/>
            <ac:graphicFrameMk id="11" creationId="{2630EA7C-E697-305B-1449-3535E0A36579}"/>
          </ac:graphicFrameMkLst>
        </pc:graphicFrameChg>
      </pc:sldChg>
      <pc:sldChg chg="modSp mod">
        <pc:chgData name="shubhanjana ghosh" userId="38a8030e-70af-4eff-825e-20a7178ea982" providerId="ADAL" clId="{25699B95-D1C8-B449-B0AE-865DC11AD4E7}" dt="2025-03-17T10:20:25.444" v="2554" actId="20577"/>
        <pc:sldMkLst>
          <pc:docMk/>
          <pc:sldMk cId="2883173474" sldId="2147478099"/>
        </pc:sldMkLst>
        <pc:graphicFrameChg chg="modGraphic">
          <ac:chgData name="shubhanjana ghosh" userId="38a8030e-70af-4eff-825e-20a7178ea982" providerId="ADAL" clId="{25699B95-D1C8-B449-B0AE-865DC11AD4E7}" dt="2025-03-17T10:20:25.444" v="2554" actId="20577"/>
          <ac:graphicFrameMkLst>
            <pc:docMk/>
            <pc:sldMk cId="2883173474" sldId="2147478099"/>
            <ac:graphicFrameMk id="6" creationId="{5B7EDA25-7A00-2A79-D150-949990A713FC}"/>
          </ac:graphicFrameMkLst>
        </pc:graphicFrameChg>
      </pc:sldChg>
    </pc:docChg>
  </pc:docChgLst>
  <pc:docChgLst>
    <pc:chgData name="Samruddhi Bhushan Bhide" userId="93ee6587-e09b-4819-bfba-b2aa8713e94c" providerId="ADAL" clId="{4BAA6A47-0F39-4574-A7B1-60B00DB3490C}"/>
    <pc:docChg chg="custSel delSld modSld sldOrd modSection">
      <pc:chgData name="Samruddhi Bhushan Bhide" userId="93ee6587-e09b-4819-bfba-b2aa8713e94c" providerId="ADAL" clId="{4BAA6A47-0F39-4574-A7B1-60B00DB3490C}" dt="2025-03-04T12:23:19.076" v="47"/>
      <pc:docMkLst>
        <pc:docMk/>
      </pc:docMkLst>
      <pc:sldChg chg="del">
        <pc:chgData name="Samruddhi Bhushan Bhide" userId="93ee6587-e09b-4819-bfba-b2aa8713e94c" providerId="ADAL" clId="{4BAA6A47-0F39-4574-A7B1-60B00DB3490C}" dt="2025-03-04T06:23:03.010" v="38" actId="2696"/>
        <pc:sldMkLst>
          <pc:docMk/>
          <pc:sldMk cId="3653279627" sldId="598"/>
        </pc:sldMkLst>
      </pc:sldChg>
      <pc:sldChg chg="del">
        <pc:chgData name="Samruddhi Bhushan Bhide" userId="93ee6587-e09b-4819-bfba-b2aa8713e94c" providerId="ADAL" clId="{4BAA6A47-0F39-4574-A7B1-60B00DB3490C}" dt="2025-03-04T06:23:27.706" v="46" actId="2696"/>
        <pc:sldMkLst>
          <pc:docMk/>
          <pc:sldMk cId="719010021" sldId="2147478083"/>
        </pc:sldMkLst>
      </pc:sldChg>
      <pc:sldChg chg="modSp mod">
        <pc:chgData name="Samruddhi Bhushan Bhide" userId="93ee6587-e09b-4819-bfba-b2aa8713e94c" providerId="ADAL" clId="{4BAA6A47-0F39-4574-A7B1-60B00DB3490C}" dt="2025-03-04T06:23:18.807" v="45" actId="20577"/>
        <pc:sldMkLst>
          <pc:docMk/>
          <pc:sldMk cId="2034662095" sldId="2147478084"/>
        </pc:sldMkLst>
        <pc:spChg chg="mod">
          <ac:chgData name="Samruddhi Bhushan Bhide" userId="93ee6587-e09b-4819-bfba-b2aa8713e94c" providerId="ADAL" clId="{4BAA6A47-0F39-4574-A7B1-60B00DB3490C}" dt="2025-03-04T06:23:18.807" v="45" actId="20577"/>
          <ac:spMkLst>
            <pc:docMk/>
            <pc:sldMk cId="2034662095" sldId="2147478084"/>
            <ac:spMk id="7" creationId="{B894B7B7-23EC-F78D-692D-D0613409759F}"/>
          </ac:spMkLst>
        </pc:spChg>
      </pc:sldChg>
      <pc:sldChg chg="modSp">
        <pc:chgData name="Samruddhi Bhushan Bhide" userId="93ee6587-e09b-4819-bfba-b2aa8713e94c" providerId="ADAL" clId="{4BAA6A47-0F39-4574-A7B1-60B00DB3490C}" dt="2025-03-04T12:23:19.076" v="47"/>
        <pc:sldMkLst>
          <pc:docMk/>
          <pc:sldMk cId="1015098531" sldId="2147478085"/>
        </pc:sldMkLst>
      </pc:sldChg>
      <pc:sldChg chg="ord">
        <pc:chgData name="Samruddhi Bhushan Bhide" userId="93ee6587-e09b-4819-bfba-b2aa8713e94c" providerId="ADAL" clId="{4BAA6A47-0F39-4574-A7B1-60B00DB3490C}" dt="2025-03-04T05:27:44.085" v="20"/>
        <pc:sldMkLst>
          <pc:docMk/>
          <pc:sldMk cId="860410826" sldId="2147478090"/>
        </pc:sldMkLst>
      </pc:sldChg>
      <pc:sldChg chg="addSp delSp mod">
        <pc:chgData name="Samruddhi Bhushan Bhide" userId="93ee6587-e09b-4819-bfba-b2aa8713e94c" providerId="ADAL" clId="{4BAA6A47-0F39-4574-A7B1-60B00DB3490C}" dt="2025-03-04T05:28:29.597" v="22" actId="22"/>
        <pc:sldMkLst>
          <pc:docMk/>
          <pc:sldMk cId="3379391863" sldId="2147478092"/>
        </pc:sldMkLst>
      </pc:sldChg>
      <pc:sldChg chg="addSp delSp modSp mod">
        <pc:chgData name="Samruddhi Bhushan Bhide" userId="93ee6587-e09b-4819-bfba-b2aa8713e94c" providerId="ADAL" clId="{4BAA6A47-0F39-4574-A7B1-60B00DB3490C}" dt="2025-03-04T05:23:39.232" v="18" actId="1036"/>
        <pc:sldMkLst>
          <pc:docMk/>
          <pc:sldMk cId="529764277" sldId="2147478093"/>
        </pc:sldMkLst>
      </pc:sldChg>
      <pc:sldChg chg="addSp delSp modSp mod">
        <pc:chgData name="Samruddhi Bhushan Bhide" userId="93ee6587-e09b-4819-bfba-b2aa8713e94c" providerId="ADAL" clId="{4BAA6A47-0F39-4574-A7B1-60B00DB3490C}" dt="2025-03-04T06:21:44.786" v="37" actId="14100"/>
        <pc:sldMkLst>
          <pc:docMk/>
          <pc:sldMk cId="187460701" sldId="2147478094"/>
        </pc:sldMkLst>
      </pc:sldChg>
      <pc:sldChg chg="addSp delSp modSp mod">
        <pc:chgData name="Samruddhi Bhushan Bhide" userId="93ee6587-e09b-4819-bfba-b2aa8713e94c" providerId="ADAL" clId="{4BAA6A47-0F39-4574-A7B1-60B00DB3490C}" dt="2025-03-04T06:20:40.928" v="27" actId="1076"/>
        <pc:sldMkLst>
          <pc:docMk/>
          <pc:sldMk cId="1943995503" sldId="2147478096"/>
        </pc:sldMkLst>
      </pc:sldChg>
      <pc:sldMasterChg chg="delSldLayout">
        <pc:chgData name="Samruddhi Bhushan Bhide" userId="93ee6587-e09b-4819-bfba-b2aa8713e94c" providerId="ADAL" clId="{4BAA6A47-0F39-4574-A7B1-60B00DB3490C}" dt="2025-03-04T06:23:27.706" v="46" actId="2696"/>
        <pc:sldMasterMkLst>
          <pc:docMk/>
          <pc:sldMasterMk cId="1839216972" sldId="2147483648"/>
        </pc:sldMasterMkLst>
        <pc:sldLayoutChg chg="del">
          <pc:chgData name="Samruddhi Bhushan Bhide" userId="93ee6587-e09b-4819-bfba-b2aa8713e94c" providerId="ADAL" clId="{4BAA6A47-0F39-4574-A7B1-60B00DB3490C}" dt="2025-03-04T06:23:27.706" v="46" actId="2696"/>
          <pc:sldLayoutMkLst>
            <pc:docMk/>
            <pc:sldMasterMk cId="1839216972" sldId="2147483648"/>
            <pc:sldLayoutMk cId="4099046840" sldId="2147483655"/>
          </pc:sldLayoutMkLst>
        </pc:sldLayoutChg>
      </pc:sldMasterChg>
    </pc:docChg>
  </pc:docChgLst>
  <pc:docChgLst>
    <pc:chgData name="Ajeesh Kumar A" userId="S::aj20109819@wipro.com::af687e13-fef1-4ad0-a67e-3d0d240317ce" providerId="AD" clId="Web-{479FD6E0-A7AB-E45D-D45D-BC7CCACD7285}"/>
    <pc:docChg chg="addSld delSld modSld modSection">
      <pc:chgData name="Ajeesh Kumar A" userId="S::aj20109819@wipro.com::af687e13-fef1-4ad0-a67e-3d0d240317ce" providerId="AD" clId="Web-{479FD6E0-A7AB-E45D-D45D-BC7CCACD7285}" dt="2025-03-13T12:39:05.148" v="132"/>
      <pc:docMkLst>
        <pc:docMk/>
      </pc:docMkLst>
      <pc:sldChg chg="new del">
        <pc:chgData name="Ajeesh Kumar A" userId="S::aj20109819@wipro.com::af687e13-fef1-4ad0-a67e-3d0d240317ce" providerId="AD" clId="Web-{479FD6E0-A7AB-E45D-D45D-BC7CCACD7285}" dt="2025-03-13T09:02:44.926" v="1"/>
        <pc:sldMkLst>
          <pc:docMk/>
          <pc:sldMk cId="1907589548" sldId="2147478099"/>
        </pc:sldMkLst>
      </pc:sldChg>
      <pc:sldChg chg="addSp delSp modSp add replId">
        <pc:chgData name="Ajeesh Kumar A" userId="S::aj20109819@wipro.com::af687e13-fef1-4ad0-a67e-3d0d240317ce" providerId="AD" clId="Web-{479FD6E0-A7AB-E45D-D45D-BC7CCACD7285}" dt="2025-03-13T12:39:05.148" v="132"/>
        <pc:sldMkLst>
          <pc:docMk/>
          <pc:sldMk cId="2883173474" sldId="2147478099"/>
        </pc:sldMkLst>
        <pc:graphicFrameChg chg="add mod modGraphic">
          <ac:chgData name="Ajeesh Kumar A" userId="S::aj20109819@wipro.com::af687e13-fef1-4ad0-a67e-3d0d240317ce" providerId="AD" clId="Web-{479FD6E0-A7AB-E45D-D45D-BC7CCACD7285}" dt="2025-03-13T12:39:05.148" v="132"/>
          <ac:graphicFrameMkLst>
            <pc:docMk/>
            <pc:sldMk cId="2883173474" sldId="2147478099"/>
            <ac:graphicFrameMk id="6" creationId="{5B7EDA25-7A00-2A79-D150-949990A713FC}"/>
          </ac:graphicFrameMkLst>
        </pc:graphicFrameChg>
      </pc:sldChg>
      <pc:sldChg chg="addSp delSp modSp add replId">
        <pc:chgData name="Ajeesh Kumar A" userId="S::aj20109819@wipro.com::af687e13-fef1-4ad0-a67e-3d0d240317ce" providerId="AD" clId="Web-{479FD6E0-A7AB-E45D-D45D-BC7CCACD7285}" dt="2025-03-13T11:57:11.535" v="110" actId="20577"/>
        <pc:sldMkLst>
          <pc:docMk/>
          <pc:sldMk cId="1831340416" sldId="2147478100"/>
        </pc:sldMkLst>
        <pc:spChg chg="mod">
          <ac:chgData name="Ajeesh Kumar A" userId="S::aj20109819@wipro.com::af687e13-fef1-4ad0-a67e-3d0d240317ce" providerId="AD" clId="Web-{479FD6E0-A7AB-E45D-D45D-BC7CCACD7285}" dt="2025-03-13T11:57:11.535" v="110" actId="20577"/>
          <ac:spMkLst>
            <pc:docMk/>
            <pc:sldMk cId="1831340416" sldId="2147478100"/>
            <ac:spMk id="7" creationId="{13463C58-88D2-7B89-F211-82BF81AF5D05}"/>
          </ac:spMkLst>
        </pc:spChg>
        <pc:picChg chg="add mod">
          <ac:chgData name="Ajeesh Kumar A" userId="S::aj20109819@wipro.com::af687e13-fef1-4ad0-a67e-3d0d240317ce" providerId="AD" clId="Web-{479FD6E0-A7AB-E45D-D45D-BC7CCACD7285}" dt="2025-03-13T11:56:48.831" v="101"/>
          <ac:picMkLst>
            <pc:docMk/>
            <pc:sldMk cId="1831340416" sldId="2147478100"/>
            <ac:picMk id="2" creationId="{2664D585-969A-C0DD-AF3C-A53B5257861D}"/>
          </ac:picMkLst>
        </pc:picChg>
      </pc:sldChg>
      <pc:sldChg chg="add del replId">
        <pc:chgData name="Ajeesh Kumar A" userId="S::aj20109819@wipro.com::af687e13-fef1-4ad0-a67e-3d0d240317ce" providerId="AD" clId="Web-{479FD6E0-A7AB-E45D-D45D-BC7CCACD7285}" dt="2025-03-13T09:03:05.520" v="10"/>
        <pc:sldMkLst>
          <pc:docMk/>
          <pc:sldMk cId="3589912320" sldId="2147478100"/>
        </pc:sldMkLst>
      </pc:sldChg>
      <pc:sldChg chg="add del replId">
        <pc:chgData name="Ajeesh Kumar A" userId="S::aj20109819@wipro.com::af687e13-fef1-4ad0-a67e-3d0d240317ce" providerId="AD" clId="Web-{479FD6E0-A7AB-E45D-D45D-BC7CCACD7285}" dt="2025-03-13T11:56:38.143" v="99"/>
        <pc:sldMkLst>
          <pc:docMk/>
          <pc:sldMk cId="520080596" sldId="2147478101"/>
        </pc:sldMkLst>
      </pc:sldChg>
      <pc:sldChg chg="add del replId">
        <pc:chgData name="Ajeesh Kumar A" userId="S::aj20109819@wipro.com::af687e13-fef1-4ad0-a67e-3d0d240317ce" providerId="AD" clId="Web-{479FD6E0-A7AB-E45D-D45D-BC7CCACD7285}" dt="2025-03-13T09:02:57.817" v="9"/>
        <pc:sldMkLst>
          <pc:docMk/>
          <pc:sldMk cId="2262245671" sldId="2147478101"/>
        </pc:sldMkLst>
      </pc:sldChg>
    </pc:docChg>
  </pc:docChgLst>
  <pc:docChgLst>
    <pc:chgData name="Mahesh Sai Ommina" userId="c5af4fa3-b08e-45f8-8d89-47b36bbe93eb" providerId="ADAL" clId="{97EA5CC7-A948-46A7-B5D0-5BED6B6DE078}"/>
    <pc:docChg chg="undo custSel addSld delSld modSld sldOrd delSection modSection">
      <pc:chgData name="Mahesh Sai Ommina" userId="c5af4fa3-b08e-45f8-8d89-47b36bbe93eb" providerId="ADAL" clId="{97EA5CC7-A948-46A7-B5D0-5BED6B6DE078}" dt="2023-09-18T10:20:05.207" v="6597" actId="1076"/>
      <pc:docMkLst>
        <pc:docMk/>
      </pc:docMkLst>
      <pc:sldChg chg="modSp mod">
        <pc:chgData name="Mahesh Sai Ommina" userId="c5af4fa3-b08e-45f8-8d89-47b36bbe93eb" providerId="ADAL" clId="{97EA5CC7-A948-46A7-B5D0-5BED6B6DE078}" dt="2023-09-17T14:26:20.054" v="4261" actId="20577"/>
        <pc:sldMkLst>
          <pc:docMk/>
          <pc:sldMk cId="1435991326" sldId="265"/>
        </pc:sldMkLst>
      </pc:sldChg>
      <pc:sldChg chg="modSp mod">
        <pc:chgData name="Mahesh Sai Ommina" userId="c5af4fa3-b08e-45f8-8d89-47b36bbe93eb" providerId="ADAL" clId="{97EA5CC7-A948-46A7-B5D0-5BED6B6DE078}" dt="2023-09-17T15:31:11.711" v="6593" actId="1076"/>
        <pc:sldMkLst>
          <pc:docMk/>
          <pc:sldMk cId="393796435" sldId="326"/>
        </pc:sldMkLst>
      </pc:sldChg>
      <pc:sldChg chg="modSp mod">
        <pc:chgData name="Mahesh Sai Ommina" userId="c5af4fa3-b08e-45f8-8d89-47b36bbe93eb" providerId="ADAL" clId="{97EA5CC7-A948-46A7-B5D0-5BED6B6DE078}" dt="2023-09-17T12:01:17.693" v="231" actId="255"/>
        <pc:sldMkLst>
          <pc:docMk/>
          <pc:sldMk cId="24526934" sldId="488"/>
        </pc:sldMkLst>
      </pc:sldChg>
      <pc:sldChg chg="modSp mod">
        <pc:chgData name="Mahesh Sai Ommina" userId="c5af4fa3-b08e-45f8-8d89-47b36bbe93eb" providerId="ADAL" clId="{97EA5CC7-A948-46A7-B5D0-5BED6B6DE078}" dt="2023-09-17T12:02:39.064" v="236" actId="255"/>
        <pc:sldMkLst>
          <pc:docMk/>
          <pc:sldMk cId="3370625538" sldId="489"/>
        </pc:sldMkLst>
      </pc:sldChg>
      <pc:sldChg chg="modSp mod">
        <pc:chgData name="Mahesh Sai Ommina" userId="c5af4fa3-b08e-45f8-8d89-47b36bbe93eb" providerId="ADAL" clId="{97EA5CC7-A948-46A7-B5D0-5BED6B6DE078}" dt="2023-09-17T11:42:33.122" v="177" actId="12789"/>
        <pc:sldMkLst>
          <pc:docMk/>
          <pc:sldMk cId="3653279627" sldId="598"/>
        </pc:sldMkLst>
      </pc:sldChg>
      <pc:sldChg chg="modSp mod">
        <pc:chgData name="Mahesh Sai Ommina" userId="c5af4fa3-b08e-45f8-8d89-47b36bbe93eb" providerId="ADAL" clId="{97EA5CC7-A948-46A7-B5D0-5BED6B6DE078}" dt="2023-09-17T14:17:44.713" v="4083" actId="255"/>
        <pc:sldMkLst>
          <pc:docMk/>
          <pc:sldMk cId="3845874640" sldId="599"/>
        </pc:sldMkLst>
      </pc:sldChg>
      <pc:sldChg chg="modSp mod">
        <pc:chgData name="Mahesh Sai Ommina" userId="c5af4fa3-b08e-45f8-8d89-47b36bbe93eb" providerId="ADAL" clId="{97EA5CC7-A948-46A7-B5D0-5BED6B6DE078}" dt="2023-09-17T14:16:55.990" v="4077" actId="255"/>
        <pc:sldMkLst>
          <pc:docMk/>
          <pc:sldMk cId="281255970" sldId="600"/>
        </pc:sldMkLst>
      </pc:sldChg>
      <pc:sldChg chg="modSp mod">
        <pc:chgData name="Mahesh Sai Ommina" userId="c5af4fa3-b08e-45f8-8d89-47b36bbe93eb" providerId="ADAL" clId="{97EA5CC7-A948-46A7-B5D0-5BED6B6DE078}" dt="2023-09-17T14:09:18.075" v="3524" actId="12788"/>
        <pc:sldMkLst>
          <pc:docMk/>
          <pc:sldMk cId="4154966502" sldId="604"/>
        </pc:sldMkLst>
      </pc:sldChg>
      <pc:sldChg chg="modSp mod">
        <pc:chgData name="Mahesh Sai Ommina" userId="c5af4fa3-b08e-45f8-8d89-47b36bbe93eb" providerId="ADAL" clId="{97EA5CC7-A948-46A7-B5D0-5BED6B6DE078}" dt="2023-09-17T14:35:26.141" v="4596" actId="14100"/>
        <pc:sldMkLst>
          <pc:docMk/>
          <pc:sldMk cId="2366162358" sldId="605"/>
        </pc:sldMkLst>
      </pc:sldChg>
      <pc:sldChg chg="modSp mod">
        <pc:chgData name="Mahesh Sai Ommina" userId="c5af4fa3-b08e-45f8-8d89-47b36bbe93eb" providerId="ADAL" clId="{97EA5CC7-A948-46A7-B5D0-5BED6B6DE078}" dt="2023-09-17T14:35:53.575" v="4646" actId="20577"/>
        <pc:sldMkLst>
          <pc:docMk/>
          <pc:sldMk cId="2881238520" sldId="606"/>
        </pc:sldMkLst>
      </pc:sldChg>
      <pc:sldChg chg="modSp mod">
        <pc:chgData name="Mahesh Sai Ommina" userId="c5af4fa3-b08e-45f8-8d89-47b36bbe93eb" providerId="ADAL" clId="{97EA5CC7-A948-46A7-B5D0-5BED6B6DE078}" dt="2023-09-17T14:30:24.243" v="4415" actId="12789"/>
        <pc:sldMkLst>
          <pc:docMk/>
          <pc:sldMk cId="3275188703" sldId="608"/>
        </pc:sldMkLst>
      </pc:sldChg>
      <pc:sldChg chg="modSp mod">
        <pc:chgData name="Mahesh Sai Ommina" userId="c5af4fa3-b08e-45f8-8d89-47b36bbe93eb" providerId="ADAL" clId="{97EA5CC7-A948-46A7-B5D0-5BED6B6DE078}" dt="2023-09-17T14:36:13.152" v="4705" actId="20577"/>
        <pc:sldMkLst>
          <pc:docMk/>
          <pc:sldMk cId="2665840099" sldId="610"/>
        </pc:sldMkLst>
      </pc:sldChg>
      <pc:sldChg chg="ord">
        <pc:chgData name="Mahesh Sai Ommina" userId="c5af4fa3-b08e-45f8-8d89-47b36bbe93eb" providerId="ADAL" clId="{97EA5CC7-A948-46A7-B5D0-5BED6B6DE078}" dt="2023-09-17T14:30:56.306" v="4418"/>
        <pc:sldMkLst>
          <pc:docMk/>
          <pc:sldMk cId="3371103534" sldId="611"/>
        </pc:sldMkLst>
      </pc:sldChg>
      <pc:sldChg chg="modSp mod">
        <pc:chgData name="Mahesh Sai Ommina" userId="c5af4fa3-b08e-45f8-8d89-47b36bbe93eb" providerId="ADAL" clId="{97EA5CC7-A948-46A7-B5D0-5BED6B6DE078}" dt="2023-09-17T14:39:13.327" v="4719" actId="12789"/>
        <pc:sldMkLst>
          <pc:docMk/>
          <pc:sldMk cId="1241305493" sldId="612"/>
        </pc:sldMkLst>
      </pc:sldChg>
      <pc:sldChg chg="modSp mod">
        <pc:chgData name="Mahesh Sai Ommina" userId="c5af4fa3-b08e-45f8-8d89-47b36bbe93eb" providerId="ADAL" clId="{97EA5CC7-A948-46A7-B5D0-5BED6B6DE078}" dt="2023-09-18T10:20:05.207" v="6597" actId="1076"/>
        <pc:sldMkLst>
          <pc:docMk/>
          <pc:sldMk cId="1937481752" sldId="615"/>
        </pc:sldMkLst>
      </pc:sldChg>
      <pc:sldChg chg="addSp delSp modSp mod ord">
        <pc:chgData name="Mahesh Sai Ommina" userId="c5af4fa3-b08e-45f8-8d89-47b36bbe93eb" providerId="ADAL" clId="{97EA5CC7-A948-46A7-B5D0-5BED6B6DE078}" dt="2023-09-17T14:06:38.852" v="3473"/>
        <pc:sldMkLst>
          <pc:docMk/>
          <pc:sldMk cId="1048238943" sldId="616"/>
        </pc:sldMkLst>
      </pc:sldChg>
      <pc:sldChg chg="del">
        <pc:chgData name="Mahesh Sai Ommina" userId="c5af4fa3-b08e-45f8-8d89-47b36bbe93eb" providerId="ADAL" clId="{97EA5CC7-A948-46A7-B5D0-5BED6B6DE078}" dt="2023-09-17T14:30:50.015" v="4416" actId="47"/>
        <pc:sldMkLst>
          <pc:docMk/>
          <pc:sldMk cId="880339860" sldId="617"/>
        </pc:sldMkLst>
      </pc:sldChg>
      <pc:sldChg chg="ord">
        <pc:chgData name="Mahesh Sai Ommina" userId="c5af4fa3-b08e-45f8-8d89-47b36bbe93eb" providerId="ADAL" clId="{97EA5CC7-A948-46A7-B5D0-5BED6B6DE078}" dt="2023-09-17T14:16:10.425" v="4034"/>
        <pc:sldMkLst>
          <pc:docMk/>
          <pc:sldMk cId="1968087284" sldId="618"/>
        </pc:sldMkLst>
      </pc:sldChg>
      <pc:sldChg chg="modSp mod">
        <pc:chgData name="Mahesh Sai Ommina" userId="c5af4fa3-b08e-45f8-8d89-47b36bbe93eb" providerId="ADAL" clId="{97EA5CC7-A948-46A7-B5D0-5BED6B6DE078}" dt="2023-09-17T14:38:51.122" v="4707" actId="12788"/>
        <pc:sldMkLst>
          <pc:docMk/>
          <pc:sldMk cId="924179279" sldId="619"/>
        </pc:sldMkLst>
      </pc:sldChg>
      <pc:sldChg chg="modSp mod">
        <pc:chgData name="Mahesh Sai Ommina" userId="c5af4fa3-b08e-45f8-8d89-47b36bbe93eb" providerId="ADAL" clId="{97EA5CC7-A948-46A7-B5D0-5BED6B6DE078}" dt="2023-09-17T12:03:55.339" v="240" actId="242"/>
        <pc:sldMkLst>
          <pc:docMk/>
          <pc:sldMk cId="3001308913" sldId="620"/>
        </pc:sldMkLst>
      </pc:sldChg>
      <pc:sldChg chg="modSp mod">
        <pc:chgData name="Mahesh Sai Ommina" userId="c5af4fa3-b08e-45f8-8d89-47b36bbe93eb" providerId="ADAL" clId="{97EA5CC7-A948-46A7-B5D0-5BED6B6DE078}" dt="2023-09-17T14:28:24.288" v="4324" actId="20577"/>
        <pc:sldMkLst>
          <pc:docMk/>
          <pc:sldMk cId="3071468007" sldId="622"/>
        </pc:sldMkLst>
      </pc:sldChg>
      <pc:sldChg chg="del">
        <pc:chgData name="Mahesh Sai Ommina" userId="c5af4fa3-b08e-45f8-8d89-47b36bbe93eb" providerId="ADAL" clId="{97EA5CC7-A948-46A7-B5D0-5BED6B6DE078}" dt="2023-09-17T14:05:16.870" v="3460" actId="47"/>
        <pc:sldMkLst>
          <pc:docMk/>
          <pc:sldMk cId="3525631886" sldId="623"/>
        </pc:sldMkLst>
      </pc:sldChg>
      <pc:sldChg chg="modSp mod">
        <pc:chgData name="Mahesh Sai Ommina" userId="c5af4fa3-b08e-45f8-8d89-47b36bbe93eb" providerId="ADAL" clId="{97EA5CC7-A948-46A7-B5D0-5BED6B6DE078}" dt="2023-09-17T15:32:14.063" v="6596" actId="13926"/>
        <pc:sldMkLst>
          <pc:docMk/>
          <pc:sldMk cId="3079023915" sldId="624"/>
        </pc:sldMkLst>
      </pc:sldChg>
      <pc:sldChg chg="addSp delSp modSp new mod">
        <pc:chgData name="Mahesh Sai Ommina" userId="c5af4fa3-b08e-45f8-8d89-47b36bbe93eb" providerId="ADAL" clId="{97EA5CC7-A948-46A7-B5D0-5BED6B6DE078}" dt="2023-09-17T14:50:18.843" v="4789" actId="1076"/>
        <pc:sldMkLst>
          <pc:docMk/>
          <pc:sldMk cId="1338020656" sldId="625"/>
        </pc:sldMkLst>
      </pc:sldChg>
      <pc:sldChg chg="modSp add del mod">
        <pc:chgData name="Mahesh Sai Ommina" userId="c5af4fa3-b08e-45f8-8d89-47b36bbe93eb" providerId="ADAL" clId="{97EA5CC7-A948-46A7-B5D0-5BED6B6DE078}" dt="2023-09-17T12:18:26.758" v="311" actId="47"/>
        <pc:sldMkLst>
          <pc:docMk/>
          <pc:sldMk cId="1270406808" sldId="626"/>
        </pc:sldMkLst>
      </pc:sldChg>
      <pc:sldChg chg="add del">
        <pc:chgData name="Mahesh Sai Ommina" userId="c5af4fa3-b08e-45f8-8d89-47b36bbe93eb" providerId="ADAL" clId="{97EA5CC7-A948-46A7-B5D0-5BED6B6DE078}" dt="2023-09-17T12:18:11.645" v="308" actId="47"/>
        <pc:sldMkLst>
          <pc:docMk/>
          <pc:sldMk cId="1952583460" sldId="627"/>
        </pc:sldMkLst>
      </pc:sldChg>
      <pc:sldChg chg="add del">
        <pc:chgData name="Mahesh Sai Ommina" userId="c5af4fa3-b08e-45f8-8d89-47b36bbe93eb" providerId="ADAL" clId="{97EA5CC7-A948-46A7-B5D0-5BED6B6DE078}" dt="2023-09-17T12:18:09.378" v="307" actId="47"/>
        <pc:sldMkLst>
          <pc:docMk/>
          <pc:sldMk cId="1998275131" sldId="629"/>
        </pc:sldMkLst>
      </pc:sldChg>
      <pc:sldChg chg="add del">
        <pc:chgData name="Mahesh Sai Ommina" userId="c5af4fa3-b08e-45f8-8d89-47b36bbe93eb" providerId="ADAL" clId="{97EA5CC7-A948-46A7-B5D0-5BED6B6DE078}" dt="2023-09-17T12:18:00.409" v="305" actId="47"/>
        <pc:sldMkLst>
          <pc:docMk/>
          <pc:sldMk cId="2293203840" sldId="630"/>
        </pc:sldMkLst>
      </pc:sldChg>
      <pc:sldChg chg="add del">
        <pc:chgData name="Mahesh Sai Ommina" userId="c5af4fa3-b08e-45f8-8d89-47b36bbe93eb" providerId="ADAL" clId="{97EA5CC7-A948-46A7-B5D0-5BED6B6DE078}" dt="2023-09-17T12:18:40.121" v="312" actId="47"/>
        <pc:sldMkLst>
          <pc:docMk/>
          <pc:sldMk cId="3022073177" sldId="631"/>
        </pc:sldMkLst>
      </pc:sldChg>
      <pc:sldChg chg="addSp modSp add mod">
        <pc:chgData name="Mahesh Sai Ommina" userId="c5af4fa3-b08e-45f8-8d89-47b36bbe93eb" providerId="ADAL" clId="{97EA5CC7-A948-46A7-B5D0-5BED6B6DE078}" dt="2023-09-17T13:02:10.332" v="927" actId="12788"/>
        <pc:sldMkLst>
          <pc:docMk/>
          <pc:sldMk cId="2774564839" sldId="632"/>
        </pc:sldMkLst>
      </pc:sldChg>
      <pc:sldChg chg="addSp modSp add mod">
        <pc:chgData name="Mahesh Sai Ommina" userId="c5af4fa3-b08e-45f8-8d89-47b36bbe93eb" providerId="ADAL" clId="{97EA5CC7-A948-46A7-B5D0-5BED6B6DE078}" dt="2023-09-17T13:02:14.876" v="928" actId="12788"/>
        <pc:sldMkLst>
          <pc:docMk/>
          <pc:sldMk cId="3256364242" sldId="633"/>
        </pc:sldMkLst>
      </pc:sldChg>
      <pc:sldChg chg="add del">
        <pc:chgData name="Mahesh Sai Ommina" userId="c5af4fa3-b08e-45f8-8d89-47b36bbe93eb" providerId="ADAL" clId="{97EA5CC7-A948-46A7-B5D0-5BED6B6DE078}" dt="2023-09-17T12:18:13.175" v="309" actId="47"/>
        <pc:sldMkLst>
          <pc:docMk/>
          <pc:sldMk cId="3138276446" sldId="634"/>
        </pc:sldMkLst>
      </pc:sldChg>
      <pc:sldChg chg="add del">
        <pc:chgData name="Mahesh Sai Ommina" userId="c5af4fa3-b08e-45f8-8d89-47b36bbe93eb" providerId="ADAL" clId="{97EA5CC7-A948-46A7-B5D0-5BED6B6DE078}" dt="2023-09-17T12:18:17.295" v="310" actId="47"/>
        <pc:sldMkLst>
          <pc:docMk/>
          <pc:sldMk cId="3252624230" sldId="635"/>
        </pc:sldMkLst>
      </pc:sldChg>
      <pc:sldChg chg="add del">
        <pc:chgData name="Mahesh Sai Ommina" userId="c5af4fa3-b08e-45f8-8d89-47b36bbe93eb" providerId="ADAL" clId="{97EA5CC7-A948-46A7-B5D0-5BED6B6DE078}" dt="2023-09-17T12:18:08.112" v="306" actId="47"/>
        <pc:sldMkLst>
          <pc:docMk/>
          <pc:sldMk cId="1971699730" sldId="636"/>
        </pc:sldMkLst>
      </pc:sldChg>
      <pc:sldChg chg="addSp modSp add mod ord">
        <pc:chgData name="Mahesh Sai Ommina" userId="c5af4fa3-b08e-45f8-8d89-47b36bbe93eb" providerId="ADAL" clId="{97EA5CC7-A948-46A7-B5D0-5BED6B6DE078}" dt="2023-09-17T13:02:05.648" v="926" actId="12788"/>
        <pc:sldMkLst>
          <pc:docMk/>
          <pc:sldMk cId="2516086573" sldId="637"/>
        </pc:sldMkLst>
      </pc:sldChg>
      <pc:sldChg chg="addSp delSp modSp add mod">
        <pc:chgData name="Mahesh Sai Ommina" userId="c5af4fa3-b08e-45f8-8d89-47b36bbe93eb" providerId="ADAL" clId="{97EA5CC7-A948-46A7-B5D0-5BED6B6DE078}" dt="2023-09-17T13:02:22.584" v="929" actId="12788"/>
        <pc:sldMkLst>
          <pc:docMk/>
          <pc:sldMk cId="3893672131" sldId="638"/>
        </pc:sldMkLst>
      </pc:sldChg>
      <pc:sldChg chg="addSp modSp add mod">
        <pc:chgData name="Mahesh Sai Ommina" userId="c5af4fa3-b08e-45f8-8d89-47b36bbe93eb" providerId="ADAL" clId="{97EA5CC7-A948-46A7-B5D0-5BED6B6DE078}" dt="2023-09-17T13:02:26.381" v="930" actId="12788"/>
        <pc:sldMkLst>
          <pc:docMk/>
          <pc:sldMk cId="1217218084" sldId="639"/>
        </pc:sldMkLst>
      </pc:sldChg>
      <pc:sldChg chg="addSp modSp add del mod ord">
        <pc:chgData name="Mahesh Sai Ommina" userId="c5af4fa3-b08e-45f8-8d89-47b36bbe93eb" providerId="ADAL" clId="{97EA5CC7-A948-46A7-B5D0-5BED6B6DE078}" dt="2023-09-17T12:45:04.162" v="424" actId="47"/>
        <pc:sldMkLst>
          <pc:docMk/>
          <pc:sldMk cId="624284310" sldId="646"/>
        </pc:sldMkLst>
      </pc:sldChg>
      <pc:sldChg chg="addSp delSp modSp add mod">
        <pc:chgData name="Mahesh Sai Ommina" userId="c5af4fa3-b08e-45f8-8d89-47b36bbe93eb" providerId="ADAL" clId="{97EA5CC7-A948-46A7-B5D0-5BED6B6DE078}" dt="2023-09-17T13:01:15.693" v="923" actId="1076"/>
        <pc:sldMkLst>
          <pc:docMk/>
          <pc:sldMk cId="3725403230" sldId="647"/>
        </pc:sldMkLst>
      </pc:sldChg>
      <pc:sldChg chg="add del">
        <pc:chgData name="Mahesh Sai Ommina" userId="c5af4fa3-b08e-45f8-8d89-47b36bbe93eb" providerId="ADAL" clId="{97EA5CC7-A948-46A7-B5D0-5BED6B6DE078}" dt="2023-09-17T12:45:12.239" v="429" actId="47"/>
        <pc:sldMkLst>
          <pc:docMk/>
          <pc:sldMk cId="745406290" sldId="648"/>
        </pc:sldMkLst>
      </pc:sldChg>
      <pc:sldChg chg="add del">
        <pc:chgData name="Mahesh Sai Ommina" userId="c5af4fa3-b08e-45f8-8d89-47b36bbe93eb" providerId="ADAL" clId="{97EA5CC7-A948-46A7-B5D0-5BED6B6DE078}" dt="2023-09-17T12:45:14.042" v="430" actId="47"/>
        <pc:sldMkLst>
          <pc:docMk/>
          <pc:sldMk cId="4222676596" sldId="649"/>
        </pc:sldMkLst>
      </pc:sldChg>
      <pc:sldChg chg="add del">
        <pc:chgData name="Mahesh Sai Ommina" userId="c5af4fa3-b08e-45f8-8d89-47b36bbe93eb" providerId="ADAL" clId="{97EA5CC7-A948-46A7-B5D0-5BED6B6DE078}" dt="2023-09-17T12:45:15.559" v="431" actId="47"/>
        <pc:sldMkLst>
          <pc:docMk/>
          <pc:sldMk cId="820619861" sldId="650"/>
        </pc:sldMkLst>
      </pc:sldChg>
      <pc:sldChg chg="addSp modSp add mod">
        <pc:chgData name="Mahesh Sai Ommina" userId="c5af4fa3-b08e-45f8-8d89-47b36bbe93eb" providerId="ADAL" clId="{97EA5CC7-A948-46A7-B5D0-5BED6B6DE078}" dt="2023-09-17T13:02:34.900" v="931" actId="12788"/>
        <pc:sldMkLst>
          <pc:docMk/>
          <pc:sldMk cId="3607270195" sldId="656"/>
        </pc:sldMkLst>
      </pc:sldChg>
      <pc:sldChg chg="addSp modSp add mod">
        <pc:chgData name="Mahesh Sai Ommina" userId="c5af4fa3-b08e-45f8-8d89-47b36bbe93eb" providerId="ADAL" clId="{97EA5CC7-A948-46A7-B5D0-5BED6B6DE078}" dt="2023-09-17T13:02:40.155" v="932" actId="12788"/>
        <pc:sldMkLst>
          <pc:docMk/>
          <pc:sldMk cId="2792748959" sldId="657"/>
        </pc:sldMkLst>
      </pc:sldChg>
      <pc:sldChg chg="addSp modSp add mod">
        <pc:chgData name="Mahesh Sai Ommina" userId="c5af4fa3-b08e-45f8-8d89-47b36bbe93eb" providerId="ADAL" clId="{97EA5CC7-A948-46A7-B5D0-5BED6B6DE078}" dt="2023-09-17T13:02:44.433" v="933" actId="12788"/>
        <pc:sldMkLst>
          <pc:docMk/>
          <pc:sldMk cId="3952687721" sldId="658"/>
        </pc:sldMkLst>
      </pc:sldChg>
      <pc:sldChg chg="addSp modSp add mod">
        <pc:chgData name="Mahesh Sai Ommina" userId="c5af4fa3-b08e-45f8-8d89-47b36bbe93eb" providerId="ADAL" clId="{97EA5CC7-A948-46A7-B5D0-5BED6B6DE078}" dt="2023-09-17T13:03:09.859" v="935" actId="12788"/>
        <pc:sldMkLst>
          <pc:docMk/>
          <pc:sldMk cId="2437740737" sldId="659"/>
        </pc:sldMkLst>
      </pc:sldChg>
      <pc:sldChg chg="addSp delSp modSp add mod ord">
        <pc:chgData name="Mahesh Sai Ommina" userId="c5af4fa3-b08e-45f8-8d89-47b36bbe93eb" providerId="ADAL" clId="{97EA5CC7-A948-46A7-B5D0-5BED6B6DE078}" dt="2023-09-17T15:19:00.290" v="6293" actId="14100"/>
        <pc:sldMkLst>
          <pc:docMk/>
          <pc:sldMk cId="2821144340" sldId="660"/>
        </pc:sldMkLst>
      </pc:sldChg>
      <pc:sldChg chg="delSp modSp add del mod">
        <pc:chgData name="Mahesh Sai Ommina" userId="c5af4fa3-b08e-45f8-8d89-47b36bbe93eb" providerId="ADAL" clId="{97EA5CC7-A948-46A7-B5D0-5BED6B6DE078}" dt="2023-09-17T12:22:15.410" v="342" actId="2696"/>
        <pc:sldMkLst>
          <pc:docMk/>
          <pc:sldMk cId="2882120033" sldId="660"/>
        </pc:sldMkLst>
      </pc:sldChg>
      <pc:sldChg chg="add del">
        <pc:chgData name="Mahesh Sai Ommina" userId="c5af4fa3-b08e-45f8-8d89-47b36bbe93eb" providerId="ADAL" clId="{97EA5CC7-A948-46A7-B5D0-5BED6B6DE078}" dt="2023-09-17T12:55:58.956" v="895" actId="47"/>
        <pc:sldMkLst>
          <pc:docMk/>
          <pc:sldMk cId="1458758986" sldId="661"/>
        </pc:sldMkLst>
      </pc:sldChg>
      <pc:sldChg chg="addSp delSp modSp add mod ord">
        <pc:chgData name="Mahesh Sai Ommina" userId="c5af4fa3-b08e-45f8-8d89-47b36bbe93eb" providerId="ADAL" clId="{97EA5CC7-A948-46A7-B5D0-5BED6B6DE078}" dt="2023-09-17T13:10:40.252" v="969" actId="20577"/>
        <pc:sldMkLst>
          <pc:docMk/>
          <pc:sldMk cId="4016594970" sldId="661"/>
        </pc:sldMkLst>
      </pc:sldChg>
      <pc:sldChg chg="addSp delSp modSp add mod">
        <pc:chgData name="Mahesh Sai Ommina" userId="c5af4fa3-b08e-45f8-8d89-47b36bbe93eb" providerId="ADAL" clId="{97EA5CC7-A948-46A7-B5D0-5BED6B6DE078}" dt="2023-09-17T13:11:12.234" v="985" actId="20577"/>
        <pc:sldMkLst>
          <pc:docMk/>
          <pc:sldMk cId="1374382135" sldId="662"/>
        </pc:sldMkLst>
      </pc:sldChg>
      <pc:sldChg chg="addSp delSp modSp add mod">
        <pc:chgData name="Mahesh Sai Ommina" userId="c5af4fa3-b08e-45f8-8d89-47b36bbe93eb" providerId="ADAL" clId="{97EA5CC7-A948-46A7-B5D0-5BED6B6DE078}" dt="2023-09-17T13:12:43.474" v="1008" actId="1035"/>
        <pc:sldMkLst>
          <pc:docMk/>
          <pc:sldMk cId="1552452072" sldId="663"/>
        </pc:sldMkLst>
      </pc:sldChg>
      <pc:sldChg chg="addSp delSp modSp add mod ord">
        <pc:chgData name="Mahesh Sai Ommina" userId="c5af4fa3-b08e-45f8-8d89-47b36bbe93eb" providerId="ADAL" clId="{97EA5CC7-A948-46A7-B5D0-5BED6B6DE078}" dt="2023-09-17T14:59:09.804" v="5425" actId="20577"/>
        <pc:sldMkLst>
          <pc:docMk/>
          <pc:sldMk cId="1777018856" sldId="664"/>
        </pc:sldMkLst>
      </pc:sldChg>
      <pc:sldChg chg="addSp delSp modSp add mod">
        <pc:chgData name="Mahesh Sai Ommina" userId="c5af4fa3-b08e-45f8-8d89-47b36bbe93eb" providerId="ADAL" clId="{97EA5CC7-A948-46A7-B5D0-5BED6B6DE078}" dt="2023-09-17T14:05:53.130" v="3461" actId="12"/>
        <pc:sldMkLst>
          <pc:docMk/>
          <pc:sldMk cId="1650704486" sldId="665"/>
        </pc:sldMkLst>
      </pc:sldChg>
      <pc:sldChg chg="addSp delSp modSp add mod ord">
        <pc:chgData name="Mahesh Sai Ommina" userId="c5af4fa3-b08e-45f8-8d89-47b36bbe93eb" providerId="ADAL" clId="{97EA5CC7-A948-46A7-B5D0-5BED6B6DE078}" dt="2023-09-17T14:22:05.047" v="4096" actId="12788"/>
        <pc:sldMkLst>
          <pc:docMk/>
          <pc:sldMk cId="1903422234" sldId="666"/>
        </pc:sldMkLst>
      </pc:sldChg>
      <pc:sldChg chg="add del">
        <pc:chgData name="Mahesh Sai Ommina" userId="c5af4fa3-b08e-45f8-8d89-47b36bbe93eb" providerId="ADAL" clId="{97EA5CC7-A948-46A7-B5D0-5BED6B6DE078}" dt="2023-09-17T13:55:02.346" v="2707"/>
        <pc:sldMkLst>
          <pc:docMk/>
          <pc:sldMk cId="1970871641" sldId="666"/>
        </pc:sldMkLst>
      </pc:sldChg>
      <pc:sldChg chg="delSp modSp add mod ord">
        <pc:chgData name="Mahesh Sai Ommina" userId="c5af4fa3-b08e-45f8-8d89-47b36bbe93eb" providerId="ADAL" clId="{97EA5CC7-A948-46A7-B5D0-5BED6B6DE078}" dt="2023-09-17T14:29:00.773" v="4379" actId="20577"/>
        <pc:sldMkLst>
          <pc:docMk/>
          <pc:sldMk cId="3697191136" sldId="667"/>
        </pc:sldMkLst>
      </pc:sldChg>
      <pc:sldChg chg="add del">
        <pc:chgData name="Mahesh Sai Ommina" userId="c5af4fa3-b08e-45f8-8d89-47b36bbe93eb" providerId="ADAL" clId="{97EA5CC7-A948-46A7-B5D0-5BED6B6DE078}" dt="2023-09-17T14:39:49.248" v="4721"/>
        <pc:sldMkLst>
          <pc:docMk/>
          <pc:sldMk cId="1191666472" sldId="668"/>
        </pc:sldMkLst>
      </pc:sldChg>
      <pc:sldChg chg="modSp add del mod ord">
        <pc:chgData name="Mahesh Sai Ommina" userId="c5af4fa3-b08e-45f8-8d89-47b36bbe93eb" providerId="ADAL" clId="{97EA5CC7-A948-46A7-B5D0-5BED6B6DE078}" dt="2023-09-17T14:47:09.064" v="4775" actId="47"/>
        <pc:sldMkLst>
          <pc:docMk/>
          <pc:sldMk cId="4115793236" sldId="668"/>
        </pc:sldMkLst>
      </pc:sldChg>
      <pc:sldChg chg="addSp delSp modSp add mod ord">
        <pc:chgData name="Mahesh Sai Ommina" userId="c5af4fa3-b08e-45f8-8d89-47b36bbe93eb" providerId="ADAL" clId="{97EA5CC7-A948-46A7-B5D0-5BED6B6DE078}" dt="2023-09-17T14:50:33.461" v="4791"/>
        <pc:sldMkLst>
          <pc:docMk/>
          <pc:sldMk cId="3602670613" sldId="669"/>
        </pc:sldMkLst>
      </pc:sldChg>
      <pc:sldChg chg="addSp delSp modSp add mod">
        <pc:chgData name="Mahesh Sai Ommina" userId="c5af4fa3-b08e-45f8-8d89-47b36bbe93eb" providerId="ADAL" clId="{97EA5CC7-A948-46A7-B5D0-5BED6B6DE078}" dt="2023-09-17T14:50:42.488" v="4794" actId="14100"/>
        <pc:sldMkLst>
          <pc:docMk/>
          <pc:sldMk cId="1292872294" sldId="670"/>
        </pc:sldMkLst>
      </pc:sldChg>
      <pc:sldChg chg="addSp delSp modSp add mod">
        <pc:chgData name="Mahesh Sai Ommina" userId="c5af4fa3-b08e-45f8-8d89-47b36bbe93eb" providerId="ADAL" clId="{97EA5CC7-A948-46A7-B5D0-5BED6B6DE078}" dt="2023-09-17T14:46:46.960" v="4774" actId="14100"/>
        <pc:sldMkLst>
          <pc:docMk/>
          <pc:sldMk cId="1306436070" sldId="671"/>
        </pc:sldMkLst>
      </pc:sldChg>
      <pc:sldChg chg="modSp add mod">
        <pc:chgData name="Mahesh Sai Ommina" userId="c5af4fa3-b08e-45f8-8d89-47b36bbe93eb" providerId="ADAL" clId="{97EA5CC7-A948-46A7-B5D0-5BED6B6DE078}" dt="2023-09-17T14:57:39.482" v="5325" actId="20577"/>
        <pc:sldMkLst>
          <pc:docMk/>
          <pc:sldMk cId="115986537" sldId="672"/>
        </pc:sldMkLst>
      </pc:sldChg>
      <pc:sldChg chg="add del">
        <pc:chgData name="Mahesh Sai Ommina" userId="c5af4fa3-b08e-45f8-8d89-47b36bbe93eb" providerId="ADAL" clId="{97EA5CC7-A948-46A7-B5D0-5BED6B6DE078}" dt="2023-09-17T14:52:38.243" v="4797" actId="2696"/>
        <pc:sldMkLst>
          <pc:docMk/>
          <pc:sldMk cId="3830178450" sldId="672"/>
        </pc:sldMkLst>
      </pc:sldChg>
      <pc:sldChg chg="modSp add mod">
        <pc:chgData name="Mahesh Sai Ommina" userId="c5af4fa3-b08e-45f8-8d89-47b36bbe93eb" providerId="ADAL" clId="{97EA5CC7-A948-46A7-B5D0-5BED6B6DE078}" dt="2023-09-17T15:02:35.131" v="5607"/>
        <pc:sldMkLst>
          <pc:docMk/>
          <pc:sldMk cId="2957743995" sldId="673"/>
        </pc:sldMkLst>
      </pc:sldChg>
      <pc:sldChg chg="modSp add mod">
        <pc:chgData name="Mahesh Sai Ommina" userId="c5af4fa3-b08e-45f8-8d89-47b36bbe93eb" providerId="ADAL" clId="{97EA5CC7-A948-46A7-B5D0-5BED6B6DE078}" dt="2023-09-17T15:09:36.528" v="5704"/>
        <pc:sldMkLst>
          <pc:docMk/>
          <pc:sldMk cId="824962424" sldId="674"/>
        </pc:sldMkLst>
      </pc:sldChg>
      <pc:sldChg chg="modSp add mod">
        <pc:chgData name="Mahesh Sai Ommina" userId="c5af4fa3-b08e-45f8-8d89-47b36bbe93eb" providerId="ADAL" clId="{97EA5CC7-A948-46A7-B5D0-5BED6B6DE078}" dt="2023-09-17T15:11:07.927" v="5709" actId="20577"/>
        <pc:sldMkLst>
          <pc:docMk/>
          <pc:sldMk cId="915797069" sldId="675"/>
        </pc:sldMkLst>
      </pc:sldChg>
      <pc:sldChg chg="modSp add mod">
        <pc:chgData name="Mahesh Sai Ommina" userId="c5af4fa3-b08e-45f8-8d89-47b36bbe93eb" providerId="ADAL" clId="{97EA5CC7-A948-46A7-B5D0-5BED6B6DE078}" dt="2023-09-17T15:03:29.753" v="5611" actId="1076"/>
        <pc:sldMkLst>
          <pc:docMk/>
          <pc:sldMk cId="2558759082" sldId="676"/>
        </pc:sldMkLst>
      </pc:sldChg>
      <pc:sldChg chg="modSp add mod">
        <pc:chgData name="Mahesh Sai Ommina" userId="c5af4fa3-b08e-45f8-8d89-47b36bbe93eb" providerId="ADAL" clId="{97EA5CC7-A948-46A7-B5D0-5BED6B6DE078}" dt="2023-09-17T15:06:56.303" v="5699" actId="313"/>
        <pc:sldMkLst>
          <pc:docMk/>
          <pc:sldMk cId="2739591259" sldId="677"/>
        </pc:sldMkLst>
      </pc:sldChg>
      <pc:sldChg chg="modSp add mod">
        <pc:chgData name="Mahesh Sai Ommina" userId="c5af4fa3-b08e-45f8-8d89-47b36bbe93eb" providerId="ADAL" clId="{97EA5CC7-A948-46A7-B5D0-5BED6B6DE078}" dt="2023-09-17T15:15:39.047" v="6037" actId="20577"/>
        <pc:sldMkLst>
          <pc:docMk/>
          <pc:sldMk cId="2489262797" sldId="678"/>
        </pc:sldMkLst>
      </pc:sldChg>
      <pc:sldChg chg="modSp add mod">
        <pc:chgData name="Mahesh Sai Ommina" userId="c5af4fa3-b08e-45f8-8d89-47b36bbe93eb" providerId="ADAL" clId="{97EA5CC7-A948-46A7-B5D0-5BED6B6DE078}" dt="2023-09-17T15:17:15.311" v="6231" actId="20577"/>
        <pc:sldMkLst>
          <pc:docMk/>
          <pc:sldMk cId="1446328314" sldId="679"/>
        </pc:sldMkLst>
      </pc:sldChg>
      <pc:sldChg chg="modSp add mod ord">
        <pc:chgData name="Mahesh Sai Ommina" userId="c5af4fa3-b08e-45f8-8d89-47b36bbe93eb" providerId="ADAL" clId="{97EA5CC7-A948-46A7-B5D0-5BED6B6DE078}" dt="2023-09-17T15:24:02.614" v="6564" actId="20577"/>
        <pc:sldMkLst>
          <pc:docMk/>
          <pc:sldMk cId="1159294677" sldId="680"/>
        </pc:sldMkLst>
      </pc:sldChg>
      <pc:sldChg chg="modSp add mod">
        <pc:chgData name="Mahesh Sai Ommina" userId="c5af4fa3-b08e-45f8-8d89-47b36bbe93eb" providerId="ADAL" clId="{97EA5CC7-A948-46A7-B5D0-5BED6B6DE078}" dt="2023-09-17T15:24:25.809" v="6574" actId="13926"/>
        <pc:sldMkLst>
          <pc:docMk/>
          <pc:sldMk cId="2697216630" sldId="681"/>
        </pc:sldMkLst>
      </pc:sldChg>
      <pc:sldChg chg="modSp add mod">
        <pc:chgData name="Mahesh Sai Ommina" userId="c5af4fa3-b08e-45f8-8d89-47b36bbe93eb" providerId="ADAL" clId="{97EA5CC7-A948-46A7-B5D0-5BED6B6DE078}" dt="2023-09-17T15:24:32.431" v="6576" actId="20577"/>
        <pc:sldMkLst>
          <pc:docMk/>
          <pc:sldMk cId="1601456234" sldId="682"/>
        </pc:sldMkLst>
      </pc:sldChg>
      <pc:sldChg chg="modSp add del mod">
        <pc:chgData name="Mahesh Sai Ommina" userId="c5af4fa3-b08e-45f8-8d89-47b36bbe93eb" providerId="ADAL" clId="{97EA5CC7-A948-46A7-B5D0-5BED6B6DE078}" dt="2023-09-17T11:52:51.018" v="197" actId="2696"/>
        <pc:sldMkLst>
          <pc:docMk/>
          <pc:sldMk cId="3899066793" sldId="1061"/>
        </pc:sldMkLst>
      </pc:sldChg>
      <pc:sldChg chg="add del">
        <pc:chgData name="Mahesh Sai Ommina" userId="c5af4fa3-b08e-45f8-8d89-47b36bbe93eb" providerId="ADAL" clId="{97EA5CC7-A948-46A7-B5D0-5BED6B6DE078}" dt="2023-09-17T11:52:21.448" v="183"/>
        <pc:sldMkLst>
          <pc:docMk/>
          <pc:sldMk cId="1092943524" sldId="1062"/>
        </pc:sldMkLst>
      </pc:sldChg>
      <pc:sldMasterChg chg="delSldLayout">
        <pc:chgData name="Mahesh Sai Ommina" userId="c5af4fa3-b08e-45f8-8d89-47b36bbe93eb" providerId="ADAL" clId="{97EA5CC7-A948-46A7-B5D0-5BED6B6DE078}" dt="2023-09-17T11:52:51.018" v="197" actId="2696"/>
        <pc:sldMasterMkLst>
          <pc:docMk/>
          <pc:sldMasterMk cId="1839216972" sldId="2147483648"/>
        </pc:sldMasterMkLst>
        <pc:sldLayoutChg chg="del">
          <pc:chgData name="Mahesh Sai Ommina" userId="c5af4fa3-b08e-45f8-8d89-47b36bbe93eb" providerId="ADAL" clId="{97EA5CC7-A948-46A7-B5D0-5BED6B6DE078}" dt="2023-09-17T11:52:51.018" v="197" actId="2696"/>
          <pc:sldLayoutMkLst>
            <pc:docMk/>
            <pc:sldMasterMk cId="1839216972" sldId="2147483648"/>
            <pc:sldLayoutMk cId="4260266147" sldId="2147483656"/>
          </pc:sldLayoutMkLst>
        </pc:sldLayoutChg>
      </pc:sldMasterChg>
    </pc:docChg>
  </pc:docChgLst>
  <pc:docChgLst>
    <pc:chgData clId="Web-{B4A9E231-31B8-4F3F-8F36-65311FF1509B}"/>
    <pc:docChg chg="modSld">
      <pc:chgData name="" userId="" providerId="" clId="Web-{B4A9E231-31B8-4F3F-8F36-65311FF1509B}" dt="2025-03-14T09:57:14.344" v="0" actId="20577"/>
      <pc:docMkLst>
        <pc:docMk/>
      </pc:docMkLst>
      <pc:sldChg chg="modSp">
        <pc:chgData name="" userId="" providerId="" clId="Web-{B4A9E231-31B8-4F3F-8F36-65311FF1509B}" dt="2025-03-14T09:57:14.344" v="0" actId="20577"/>
        <pc:sldMkLst>
          <pc:docMk/>
          <pc:sldMk cId="3599216978" sldId="2147478098"/>
        </pc:sldMkLst>
        <pc:spChg chg="mod">
          <ac:chgData name="" userId="" providerId="" clId="Web-{B4A9E231-31B8-4F3F-8F36-65311FF1509B}" dt="2025-03-14T09:57:14.344" v="0" actId="20577"/>
          <ac:spMkLst>
            <pc:docMk/>
            <pc:sldMk cId="3599216978" sldId="2147478098"/>
            <ac:spMk id="6" creationId="{483F32BE-78B5-CF46-9076-1B0D1F43153E}"/>
          </ac:spMkLst>
        </pc:spChg>
      </pc:sldChg>
    </pc:docChg>
  </pc:docChgLst>
  <pc:docChgLst>
    <pc:chgData name="Samruddhi Bhushan Bhide" userId="93ee6587-e09b-4819-bfba-b2aa8713e94c" providerId="ADAL" clId="{2B77EB7B-7B17-433D-81AE-6AE8866514BC}"/>
    <pc:docChg chg="custSel delSld modSld modSection">
      <pc:chgData name="Samruddhi Bhushan Bhide" userId="93ee6587-e09b-4819-bfba-b2aa8713e94c" providerId="ADAL" clId="{2B77EB7B-7B17-433D-81AE-6AE8866514BC}" dt="2025-03-04T04:59:31.958" v="90" actId="729"/>
      <pc:docMkLst>
        <pc:docMk/>
      </pc:docMkLst>
      <pc:sldChg chg="del">
        <pc:chgData name="Samruddhi Bhushan Bhide" userId="93ee6587-e09b-4819-bfba-b2aa8713e94c" providerId="ADAL" clId="{2B77EB7B-7B17-433D-81AE-6AE8866514BC}" dt="2025-03-03T14:39:43.580" v="14" actId="2696"/>
        <pc:sldMkLst>
          <pc:docMk/>
          <pc:sldMk cId="393796435" sldId="326"/>
        </pc:sldMkLst>
      </pc:sldChg>
      <pc:sldChg chg="modSp mod">
        <pc:chgData name="Samruddhi Bhushan Bhide" userId="93ee6587-e09b-4819-bfba-b2aa8713e94c" providerId="ADAL" clId="{2B77EB7B-7B17-433D-81AE-6AE8866514BC}" dt="2025-03-03T14:40:16.880" v="25" actId="20577"/>
        <pc:sldMkLst>
          <pc:docMk/>
          <pc:sldMk cId="3079023915" sldId="624"/>
        </pc:sldMkLst>
      </pc:sldChg>
      <pc:sldChg chg="modSp mod">
        <pc:chgData name="Samruddhi Bhushan Bhide" userId="93ee6587-e09b-4819-bfba-b2aa8713e94c" providerId="ADAL" clId="{2B77EB7B-7B17-433D-81AE-6AE8866514BC}" dt="2025-03-04T04:59:19.852" v="89" actId="1036"/>
        <pc:sldMkLst>
          <pc:docMk/>
          <pc:sldMk cId="2897001290" sldId="2147478081"/>
        </pc:sldMkLst>
        <pc:spChg chg="mod">
          <ac:chgData name="Samruddhi Bhushan Bhide" userId="93ee6587-e09b-4819-bfba-b2aa8713e94c" providerId="ADAL" clId="{2B77EB7B-7B17-433D-81AE-6AE8866514BC}" dt="2025-03-04T04:59:09.864" v="48" actId="14100"/>
          <ac:spMkLst>
            <pc:docMk/>
            <pc:sldMk cId="2897001290" sldId="2147478081"/>
            <ac:spMk id="6" creationId="{5397A255-C593-4269-6973-296205FDE1EA}"/>
          </ac:spMkLst>
        </pc:spChg>
        <pc:spChg chg="mod">
          <ac:chgData name="Samruddhi Bhushan Bhide" userId="93ee6587-e09b-4819-bfba-b2aa8713e94c" providerId="ADAL" clId="{2B77EB7B-7B17-433D-81AE-6AE8866514BC}" dt="2025-03-04T04:59:19.852" v="89" actId="1036"/>
          <ac:spMkLst>
            <pc:docMk/>
            <pc:sldMk cId="2897001290" sldId="2147478081"/>
            <ac:spMk id="7" creationId="{A678A009-04F0-F3A9-0D73-16A75FBFBE63}"/>
          </ac:spMkLst>
        </pc:spChg>
        <pc:spChg chg="mod">
          <ac:chgData name="Samruddhi Bhushan Bhide" userId="93ee6587-e09b-4819-bfba-b2aa8713e94c" providerId="ADAL" clId="{2B77EB7B-7B17-433D-81AE-6AE8866514BC}" dt="2025-03-04T04:59:15.324" v="68" actId="1035"/>
          <ac:spMkLst>
            <pc:docMk/>
            <pc:sldMk cId="2897001290" sldId="2147478081"/>
            <ac:spMk id="8" creationId="{DCEDBF9E-908F-5AE2-086B-7514E7ECD2D9}"/>
          </ac:spMkLst>
        </pc:spChg>
      </pc:sldChg>
      <pc:sldChg chg="mod modShow">
        <pc:chgData name="Samruddhi Bhushan Bhide" userId="93ee6587-e09b-4819-bfba-b2aa8713e94c" providerId="ADAL" clId="{2B77EB7B-7B17-433D-81AE-6AE8866514BC}" dt="2025-03-04T04:59:31.958" v="90" actId="729"/>
        <pc:sldMkLst>
          <pc:docMk/>
          <pc:sldMk cId="719010021" sldId="2147478083"/>
        </pc:sldMkLst>
      </pc:sldChg>
      <pc:sldChg chg="modSp mod">
        <pc:chgData name="Samruddhi Bhushan Bhide" userId="93ee6587-e09b-4819-bfba-b2aa8713e94c" providerId="ADAL" clId="{2B77EB7B-7B17-433D-81AE-6AE8866514BC}" dt="2025-03-03T14:37:43.668" v="11" actId="20577"/>
        <pc:sldMkLst>
          <pc:docMk/>
          <pc:sldMk cId="2034662095" sldId="2147478084"/>
        </pc:sldMkLst>
        <pc:spChg chg="mod">
          <ac:chgData name="Samruddhi Bhushan Bhide" userId="93ee6587-e09b-4819-bfba-b2aa8713e94c" providerId="ADAL" clId="{2B77EB7B-7B17-433D-81AE-6AE8866514BC}" dt="2025-03-03T14:37:43.668" v="11" actId="20577"/>
          <ac:spMkLst>
            <pc:docMk/>
            <pc:sldMk cId="2034662095" sldId="2147478084"/>
            <ac:spMk id="8" creationId="{CFE37430-A216-FC7E-5B35-1FFE56F8ACDE}"/>
          </ac:spMkLst>
        </pc:spChg>
      </pc:sldChg>
      <pc:sldChg chg="del">
        <pc:chgData name="Samruddhi Bhushan Bhide" userId="93ee6587-e09b-4819-bfba-b2aa8713e94c" providerId="ADAL" clId="{2B77EB7B-7B17-433D-81AE-6AE8866514BC}" dt="2025-03-03T14:38:28.375" v="12" actId="2696"/>
        <pc:sldMkLst>
          <pc:docMk/>
          <pc:sldMk cId="3774218541" sldId="2147478091"/>
        </pc:sldMkLst>
      </pc:sldChg>
      <pc:sldChg chg="addSp modSp">
        <pc:chgData name="Samruddhi Bhushan Bhide" userId="93ee6587-e09b-4819-bfba-b2aa8713e94c" providerId="ADAL" clId="{2B77EB7B-7B17-433D-81AE-6AE8866514BC}" dt="2025-03-03T14:38:37.341" v="13"/>
        <pc:sldMkLst>
          <pc:docMk/>
          <pc:sldMk cId="3379391863" sldId="2147478092"/>
        </pc:sldMkLst>
      </pc:sldChg>
    </pc:docChg>
  </pc:docChgLst>
  <pc:docChgLst>
    <pc:chgData name="Samruddhi Bhushan Bhide" userId="93ee6587-e09b-4819-bfba-b2aa8713e94c" providerId="ADAL" clId="{9470F093-AF49-40CE-8562-6CF0579C31B2}"/>
    <pc:docChg chg="custSel addSld delSld modSld modSection">
      <pc:chgData name="Samruddhi Bhushan Bhide" userId="93ee6587-e09b-4819-bfba-b2aa8713e94c" providerId="ADAL" clId="{9470F093-AF49-40CE-8562-6CF0579C31B2}" dt="2023-09-18T08:11:29.329" v="325" actId="20577"/>
      <pc:docMkLst>
        <pc:docMk/>
      </pc:docMkLst>
      <pc:sldChg chg="modSp mod">
        <pc:chgData name="Samruddhi Bhushan Bhide" userId="93ee6587-e09b-4819-bfba-b2aa8713e94c" providerId="ADAL" clId="{9470F093-AF49-40CE-8562-6CF0579C31B2}" dt="2023-09-18T08:11:29.329" v="325" actId="20577"/>
        <pc:sldMkLst>
          <pc:docMk/>
          <pc:sldMk cId="393796435" sldId="326"/>
        </pc:sldMkLst>
      </pc:sldChg>
      <pc:sldChg chg="del">
        <pc:chgData name="Samruddhi Bhushan Bhide" userId="93ee6587-e09b-4819-bfba-b2aa8713e94c" providerId="ADAL" clId="{9470F093-AF49-40CE-8562-6CF0579C31B2}" dt="2023-09-16T13:54:04.477" v="4" actId="2696"/>
        <pc:sldMkLst>
          <pc:docMk/>
          <pc:sldMk cId="907858329" sldId="584"/>
        </pc:sldMkLst>
      </pc:sldChg>
      <pc:sldChg chg="del">
        <pc:chgData name="Samruddhi Bhushan Bhide" userId="93ee6587-e09b-4819-bfba-b2aa8713e94c" providerId="ADAL" clId="{9470F093-AF49-40CE-8562-6CF0579C31B2}" dt="2023-09-16T13:53:42.344" v="3"/>
        <pc:sldMkLst>
          <pc:docMk/>
          <pc:sldMk cId="1887186919" sldId="621"/>
        </pc:sldMkLst>
      </pc:sldChg>
      <pc:sldChg chg="modSp mod">
        <pc:chgData name="Samruddhi Bhushan Bhide" userId="93ee6587-e09b-4819-bfba-b2aa8713e94c" providerId="ADAL" clId="{9470F093-AF49-40CE-8562-6CF0579C31B2}" dt="2023-09-16T13:52:59.101" v="1" actId="14100"/>
        <pc:sldMkLst>
          <pc:docMk/>
          <pc:sldMk cId="3071468007" sldId="622"/>
        </pc:sldMkLst>
      </pc:sldChg>
      <pc:sldChg chg="modSp mod">
        <pc:chgData name="Samruddhi Bhushan Bhide" userId="93ee6587-e09b-4819-bfba-b2aa8713e94c" providerId="ADAL" clId="{9470F093-AF49-40CE-8562-6CF0579C31B2}" dt="2023-09-16T13:53:04.547" v="2" actId="14100"/>
        <pc:sldMkLst>
          <pc:docMk/>
          <pc:sldMk cId="3525631886" sldId="623"/>
        </pc:sldMkLst>
      </pc:sldChg>
      <pc:sldChg chg="addSp modSp mod">
        <pc:chgData name="Samruddhi Bhushan Bhide" userId="93ee6587-e09b-4819-bfba-b2aa8713e94c" providerId="ADAL" clId="{9470F093-AF49-40CE-8562-6CF0579C31B2}" dt="2023-09-18T08:11:10.559" v="297" actId="20577"/>
        <pc:sldMkLst>
          <pc:docMk/>
          <pc:sldMk cId="3079023915" sldId="624"/>
        </pc:sldMkLst>
      </pc:sldChg>
      <pc:sldChg chg="del">
        <pc:chgData name="Samruddhi Bhushan Bhide" userId="93ee6587-e09b-4819-bfba-b2aa8713e94c" providerId="ADAL" clId="{9470F093-AF49-40CE-8562-6CF0579C31B2}" dt="2023-09-16T13:53:42.344" v="3"/>
        <pc:sldMkLst>
          <pc:docMk/>
          <pc:sldMk cId="4219362507" sldId="624"/>
        </pc:sldMkLst>
      </pc:sldChg>
      <pc:sldChg chg="del">
        <pc:chgData name="Samruddhi Bhushan Bhide" userId="93ee6587-e09b-4819-bfba-b2aa8713e94c" providerId="ADAL" clId="{9470F093-AF49-40CE-8562-6CF0579C31B2}" dt="2023-09-16T13:53:42.344" v="3"/>
        <pc:sldMkLst>
          <pc:docMk/>
          <pc:sldMk cId="3866545951" sldId="625"/>
        </pc:sldMkLst>
      </pc:sldChg>
      <pc:sldChg chg="del">
        <pc:chgData name="Samruddhi Bhushan Bhide" userId="93ee6587-e09b-4819-bfba-b2aa8713e94c" providerId="ADAL" clId="{9470F093-AF49-40CE-8562-6CF0579C31B2}" dt="2023-09-16T13:53:42.344" v="3"/>
        <pc:sldMkLst>
          <pc:docMk/>
          <pc:sldMk cId="3718902919" sldId="626"/>
        </pc:sldMkLst>
      </pc:sldChg>
      <pc:sldChg chg="del">
        <pc:chgData name="Samruddhi Bhushan Bhide" userId="93ee6587-e09b-4819-bfba-b2aa8713e94c" providerId="ADAL" clId="{9470F093-AF49-40CE-8562-6CF0579C31B2}" dt="2023-09-18T07:00:49.272" v="139" actId="2696"/>
        <pc:sldMkLst>
          <pc:docMk/>
          <pc:sldMk cId="3697191136" sldId="667"/>
        </pc:sldMkLst>
      </pc:sldChg>
      <pc:sldChg chg="modSp mod">
        <pc:chgData name="Samruddhi Bhushan Bhide" userId="93ee6587-e09b-4819-bfba-b2aa8713e94c" providerId="ADAL" clId="{9470F093-AF49-40CE-8562-6CF0579C31B2}" dt="2023-09-18T07:04:15.311" v="189" actId="5793"/>
        <pc:sldMkLst>
          <pc:docMk/>
          <pc:sldMk cId="115986537" sldId="672"/>
        </pc:sldMkLst>
      </pc:sldChg>
      <pc:sldChg chg="modSp mod">
        <pc:chgData name="Samruddhi Bhushan Bhide" userId="93ee6587-e09b-4819-bfba-b2aa8713e94c" providerId="ADAL" clId="{9470F093-AF49-40CE-8562-6CF0579C31B2}" dt="2023-09-18T06:37:42.183" v="35" actId="20577"/>
        <pc:sldMkLst>
          <pc:docMk/>
          <pc:sldMk cId="2697216630" sldId="681"/>
        </pc:sldMkLst>
      </pc:sldChg>
      <pc:sldChg chg="modSp mod">
        <pc:chgData name="Samruddhi Bhushan Bhide" userId="93ee6587-e09b-4819-bfba-b2aa8713e94c" providerId="ADAL" clId="{9470F093-AF49-40CE-8562-6CF0579C31B2}" dt="2023-09-18T07:45:39.609" v="256" actId="313"/>
        <pc:sldMkLst>
          <pc:docMk/>
          <pc:sldMk cId="1601456234" sldId="682"/>
        </pc:sldMkLst>
      </pc:sldChg>
      <pc:sldChg chg="modSp add mod">
        <pc:chgData name="Samruddhi Bhushan Bhide" userId="93ee6587-e09b-4819-bfba-b2aa8713e94c" providerId="ADAL" clId="{9470F093-AF49-40CE-8562-6CF0579C31B2}" dt="2023-09-18T08:10:07.817" v="259" actId="20577"/>
        <pc:sldMkLst>
          <pc:docMk/>
          <pc:sldMk cId="3126320205" sldId="683"/>
        </pc:sldMkLst>
      </pc:sldChg>
    </pc:docChg>
  </pc:docChgLst>
  <pc:docChgLst>
    <pc:chgData name="Samruddhi Bhushan Bhide" userId="93ee6587-e09b-4819-bfba-b2aa8713e94c" providerId="ADAL" clId="{588323E1-16B8-4A74-A11D-D1C6AC935FA5}"/>
    <pc:docChg chg="undo custSel addSld delSld modSld sldOrd addSection delSection modSection">
      <pc:chgData name="Samruddhi Bhushan Bhide" userId="93ee6587-e09b-4819-bfba-b2aa8713e94c" providerId="ADAL" clId="{588323E1-16B8-4A74-A11D-D1C6AC935FA5}" dt="2025-02-14T05:57:54.363" v="2115"/>
      <pc:docMkLst>
        <pc:docMk/>
      </pc:docMkLst>
      <pc:sldChg chg="delSp modSp del mod">
        <pc:chgData name="Samruddhi Bhushan Bhide" userId="93ee6587-e09b-4819-bfba-b2aa8713e94c" providerId="ADAL" clId="{588323E1-16B8-4A74-A11D-D1C6AC935FA5}" dt="2025-02-13T06:11:14.884" v="38" actId="2696"/>
        <pc:sldMkLst>
          <pc:docMk/>
          <pc:sldMk cId="24526934" sldId="488"/>
        </pc:sldMkLst>
      </pc:sldChg>
      <pc:sldChg chg="modSp mod">
        <pc:chgData name="Samruddhi Bhushan Bhide" userId="93ee6587-e09b-4819-bfba-b2aa8713e94c" providerId="ADAL" clId="{588323E1-16B8-4A74-A11D-D1C6AC935FA5}" dt="2025-02-13T10:46:09.204" v="1711" actId="313"/>
        <pc:sldMkLst>
          <pc:docMk/>
          <pc:sldMk cId="3370625538" sldId="489"/>
        </pc:sldMkLst>
      </pc:sldChg>
      <pc:sldChg chg="del">
        <pc:chgData name="Samruddhi Bhushan Bhide" userId="93ee6587-e09b-4819-bfba-b2aa8713e94c" providerId="ADAL" clId="{588323E1-16B8-4A74-A11D-D1C6AC935FA5}" dt="2025-02-13T06:57:39.510" v="1291" actId="2696"/>
        <pc:sldMkLst>
          <pc:docMk/>
          <pc:sldMk cId="3845874640" sldId="599"/>
        </pc:sldMkLst>
      </pc:sldChg>
      <pc:sldChg chg="addSp delSp modSp mod ord">
        <pc:chgData name="Samruddhi Bhushan Bhide" userId="93ee6587-e09b-4819-bfba-b2aa8713e94c" providerId="ADAL" clId="{588323E1-16B8-4A74-A11D-D1C6AC935FA5}" dt="2025-02-14T05:57:54.363" v="2115"/>
        <pc:sldMkLst>
          <pc:docMk/>
          <pc:sldMk cId="281255970" sldId="600"/>
        </pc:sldMkLst>
      </pc:sldChg>
      <pc:sldChg chg="modSp mod ord">
        <pc:chgData name="Samruddhi Bhushan Bhide" userId="93ee6587-e09b-4819-bfba-b2aa8713e94c" providerId="ADAL" clId="{588323E1-16B8-4A74-A11D-D1C6AC935FA5}" dt="2025-02-13T07:49:20.989" v="1460" actId="20577"/>
        <pc:sldMkLst>
          <pc:docMk/>
          <pc:sldMk cId="4154966502" sldId="604"/>
        </pc:sldMkLst>
      </pc:sldChg>
      <pc:sldChg chg="del">
        <pc:chgData name="Samruddhi Bhushan Bhide" userId="93ee6587-e09b-4819-bfba-b2aa8713e94c" providerId="ADAL" clId="{588323E1-16B8-4A74-A11D-D1C6AC935FA5}" dt="2025-02-13T06:57:43.058" v="1292" actId="2696"/>
        <pc:sldMkLst>
          <pc:docMk/>
          <pc:sldMk cId="2366162358" sldId="605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881238520" sldId="606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3275188703" sldId="608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665840099" sldId="610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3371103534" sldId="611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241305493" sldId="612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309052199" sldId="613"/>
        </pc:sldMkLst>
      </pc:sldChg>
      <pc:sldChg chg="del">
        <pc:chgData name="Samruddhi Bhushan Bhide" userId="93ee6587-e09b-4819-bfba-b2aa8713e94c" providerId="ADAL" clId="{588323E1-16B8-4A74-A11D-D1C6AC935FA5}" dt="2025-02-13T06:57:08.945" v="1290" actId="2696"/>
        <pc:sldMkLst>
          <pc:docMk/>
          <pc:sldMk cId="3660461401" sldId="614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937481752" sldId="615"/>
        </pc:sldMkLst>
      </pc:sldChg>
      <pc:sldChg chg="addSp delSp modSp mod ord">
        <pc:chgData name="Samruddhi Bhushan Bhide" userId="93ee6587-e09b-4819-bfba-b2aa8713e94c" providerId="ADAL" clId="{588323E1-16B8-4A74-A11D-D1C6AC935FA5}" dt="2025-02-13T10:47:33.873" v="1716" actId="255"/>
        <pc:sldMkLst>
          <pc:docMk/>
          <pc:sldMk cId="1048238943" sldId="616"/>
        </pc:sldMkLst>
      </pc:sldChg>
      <pc:sldChg chg="addSp delSp modSp mod">
        <pc:chgData name="Samruddhi Bhushan Bhide" userId="93ee6587-e09b-4819-bfba-b2aa8713e94c" providerId="ADAL" clId="{588323E1-16B8-4A74-A11D-D1C6AC935FA5}" dt="2025-02-14T05:28:12.877" v="1725" actId="12788"/>
        <pc:sldMkLst>
          <pc:docMk/>
          <pc:sldMk cId="1968087284" sldId="618"/>
        </pc:sldMkLst>
      </pc:sldChg>
      <pc:sldChg chg="del">
        <pc:chgData name="Samruddhi Bhushan Bhide" userId="93ee6587-e09b-4819-bfba-b2aa8713e94c" providerId="ADAL" clId="{588323E1-16B8-4A74-A11D-D1C6AC935FA5}" dt="2025-02-13T06:57:08.945" v="1290" actId="2696"/>
        <pc:sldMkLst>
          <pc:docMk/>
          <pc:sldMk cId="924179279" sldId="619"/>
        </pc:sldMkLst>
      </pc:sldChg>
      <pc:sldChg chg="modSp mod">
        <pc:chgData name="Samruddhi Bhushan Bhide" userId="93ee6587-e09b-4819-bfba-b2aa8713e94c" providerId="ADAL" clId="{588323E1-16B8-4A74-A11D-D1C6AC935FA5}" dt="2025-02-13T06:24:08.946" v="438" actId="20577"/>
        <pc:sldMkLst>
          <pc:docMk/>
          <pc:sldMk cId="3001308913" sldId="620"/>
        </pc:sldMkLst>
      </pc:sldChg>
      <pc:sldChg chg="modSp mod">
        <pc:chgData name="Samruddhi Bhushan Bhide" userId="93ee6587-e09b-4819-bfba-b2aa8713e94c" providerId="ADAL" clId="{588323E1-16B8-4A74-A11D-D1C6AC935FA5}" dt="2025-02-14T05:42:41.924" v="1872" actId="20577"/>
        <pc:sldMkLst>
          <pc:docMk/>
          <pc:sldMk cId="3071468007" sldId="622"/>
        </pc:sldMkLst>
      </pc:sldChg>
      <pc:sldChg chg="modSp mod">
        <pc:chgData name="Samruddhi Bhushan Bhide" userId="93ee6587-e09b-4819-bfba-b2aa8713e94c" providerId="ADAL" clId="{588323E1-16B8-4A74-A11D-D1C6AC935FA5}" dt="2025-02-13T07:49:39.032" v="1461" actId="20577"/>
        <pc:sldMkLst>
          <pc:docMk/>
          <pc:sldMk cId="3079023915" sldId="624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338020656" sldId="625"/>
        </pc:sldMkLst>
      </pc:sldChg>
      <pc:sldChg chg="del">
        <pc:chgData name="Samruddhi Bhushan Bhide" userId="93ee6587-e09b-4819-bfba-b2aa8713e94c" providerId="ADAL" clId="{588323E1-16B8-4A74-A11D-D1C6AC935FA5}" dt="2025-02-13T06:56:55.572" v="1289" actId="2696"/>
        <pc:sldMkLst>
          <pc:docMk/>
          <pc:sldMk cId="2774564839" sldId="632"/>
        </pc:sldMkLst>
      </pc:sldChg>
      <pc:sldChg chg="del">
        <pc:chgData name="Samruddhi Bhushan Bhide" userId="93ee6587-e09b-4819-bfba-b2aa8713e94c" providerId="ADAL" clId="{588323E1-16B8-4A74-A11D-D1C6AC935FA5}" dt="2025-02-13T06:56:55.572" v="1289" actId="2696"/>
        <pc:sldMkLst>
          <pc:docMk/>
          <pc:sldMk cId="3256364242" sldId="633"/>
        </pc:sldMkLst>
      </pc:sldChg>
      <pc:sldChg chg="del">
        <pc:chgData name="Samruddhi Bhushan Bhide" userId="93ee6587-e09b-4819-bfba-b2aa8713e94c" providerId="ADAL" clId="{588323E1-16B8-4A74-A11D-D1C6AC935FA5}" dt="2025-02-13T06:56:55.572" v="1289" actId="2696"/>
        <pc:sldMkLst>
          <pc:docMk/>
          <pc:sldMk cId="2516086573" sldId="637"/>
        </pc:sldMkLst>
      </pc:sldChg>
      <pc:sldChg chg="del">
        <pc:chgData name="Samruddhi Bhushan Bhide" userId="93ee6587-e09b-4819-bfba-b2aa8713e94c" providerId="ADAL" clId="{588323E1-16B8-4A74-A11D-D1C6AC935FA5}" dt="2025-02-13T06:56:55.572" v="1289" actId="2696"/>
        <pc:sldMkLst>
          <pc:docMk/>
          <pc:sldMk cId="3893672131" sldId="638"/>
        </pc:sldMkLst>
      </pc:sldChg>
      <pc:sldChg chg="del">
        <pc:chgData name="Samruddhi Bhushan Bhide" userId="93ee6587-e09b-4819-bfba-b2aa8713e94c" providerId="ADAL" clId="{588323E1-16B8-4A74-A11D-D1C6AC935FA5}" dt="2025-02-13T06:56:48.129" v="1288" actId="2696"/>
        <pc:sldMkLst>
          <pc:docMk/>
          <pc:sldMk cId="1217218084" sldId="639"/>
        </pc:sldMkLst>
      </pc:sldChg>
      <pc:sldChg chg="del">
        <pc:chgData name="Samruddhi Bhushan Bhide" userId="93ee6587-e09b-4819-bfba-b2aa8713e94c" providerId="ADAL" clId="{588323E1-16B8-4A74-A11D-D1C6AC935FA5}" dt="2025-02-13T06:58:10.897" v="1294" actId="2696"/>
        <pc:sldMkLst>
          <pc:docMk/>
          <pc:sldMk cId="3725403230" sldId="647"/>
        </pc:sldMkLst>
      </pc:sldChg>
      <pc:sldChg chg="del">
        <pc:chgData name="Samruddhi Bhushan Bhide" userId="93ee6587-e09b-4819-bfba-b2aa8713e94c" providerId="ADAL" clId="{588323E1-16B8-4A74-A11D-D1C6AC935FA5}" dt="2025-02-13T06:56:48.129" v="1288" actId="2696"/>
        <pc:sldMkLst>
          <pc:docMk/>
          <pc:sldMk cId="3607270195" sldId="656"/>
        </pc:sldMkLst>
      </pc:sldChg>
      <pc:sldChg chg="del">
        <pc:chgData name="Samruddhi Bhushan Bhide" userId="93ee6587-e09b-4819-bfba-b2aa8713e94c" providerId="ADAL" clId="{588323E1-16B8-4A74-A11D-D1C6AC935FA5}" dt="2025-02-13T06:56:48.129" v="1288" actId="2696"/>
        <pc:sldMkLst>
          <pc:docMk/>
          <pc:sldMk cId="2792748959" sldId="657"/>
        </pc:sldMkLst>
      </pc:sldChg>
      <pc:sldChg chg="del">
        <pc:chgData name="Samruddhi Bhushan Bhide" userId="93ee6587-e09b-4819-bfba-b2aa8713e94c" providerId="ADAL" clId="{588323E1-16B8-4A74-A11D-D1C6AC935FA5}" dt="2025-02-13T06:56:48.129" v="1288" actId="2696"/>
        <pc:sldMkLst>
          <pc:docMk/>
          <pc:sldMk cId="3952687721" sldId="658"/>
        </pc:sldMkLst>
      </pc:sldChg>
      <pc:sldChg chg="del">
        <pc:chgData name="Samruddhi Bhushan Bhide" userId="93ee6587-e09b-4819-bfba-b2aa8713e94c" providerId="ADAL" clId="{588323E1-16B8-4A74-A11D-D1C6AC935FA5}" dt="2025-02-13T06:56:33.814" v="1287" actId="2696"/>
        <pc:sldMkLst>
          <pc:docMk/>
          <pc:sldMk cId="2437740737" sldId="659"/>
        </pc:sldMkLst>
      </pc:sldChg>
      <pc:sldChg chg="del">
        <pc:chgData name="Samruddhi Bhushan Bhide" userId="93ee6587-e09b-4819-bfba-b2aa8713e94c" providerId="ADAL" clId="{588323E1-16B8-4A74-A11D-D1C6AC935FA5}" dt="2025-02-13T06:58:10.897" v="1294" actId="2696"/>
        <pc:sldMkLst>
          <pc:docMk/>
          <pc:sldMk cId="2821144340" sldId="660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4016594970" sldId="661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374382135" sldId="662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552452072" sldId="663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777018856" sldId="664"/>
        </pc:sldMkLst>
      </pc:sldChg>
      <pc:sldChg chg="modSp del mod">
        <pc:chgData name="Samruddhi Bhushan Bhide" userId="93ee6587-e09b-4819-bfba-b2aa8713e94c" providerId="ADAL" clId="{588323E1-16B8-4A74-A11D-D1C6AC935FA5}" dt="2025-02-13T06:27:07.463" v="439" actId="2696"/>
        <pc:sldMkLst>
          <pc:docMk/>
          <pc:sldMk cId="1650704486" sldId="665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903422234" sldId="666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3602670613" sldId="669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292872294" sldId="670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306436070" sldId="671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15986537" sldId="672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957743995" sldId="673"/>
        </pc:sldMkLst>
      </pc:sldChg>
      <pc:sldChg chg="del">
        <pc:chgData name="Samruddhi Bhushan Bhide" userId="93ee6587-e09b-4819-bfba-b2aa8713e94c" providerId="ADAL" clId="{588323E1-16B8-4A74-A11D-D1C6AC935FA5}" dt="2025-02-13T06:27:31.590" v="441" actId="2696"/>
        <pc:sldMkLst>
          <pc:docMk/>
          <pc:sldMk cId="824962424" sldId="674"/>
        </pc:sldMkLst>
      </pc:sldChg>
      <pc:sldChg chg="addSp modSp mod">
        <pc:chgData name="Samruddhi Bhushan Bhide" userId="93ee6587-e09b-4819-bfba-b2aa8713e94c" providerId="ADAL" clId="{588323E1-16B8-4A74-A11D-D1C6AC935FA5}" dt="2025-02-13T10:48:32.128" v="1719" actId="1076"/>
        <pc:sldMkLst>
          <pc:docMk/>
          <pc:sldMk cId="915797069" sldId="675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558759082" sldId="676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739591259" sldId="677"/>
        </pc:sldMkLst>
      </pc:sldChg>
      <pc:sldChg chg="del">
        <pc:chgData name="Samruddhi Bhushan Bhide" userId="93ee6587-e09b-4819-bfba-b2aa8713e94c" providerId="ADAL" clId="{588323E1-16B8-4A74-A11D-D1C6AC935FA5}" dt="2025-02-13T06:57:08.945" v="1290" actId="2696"/>
        <pc:sldMkLst>
          <pc:docMk/>
          <pc:sldMk cId="2489262797" sldId="678"/>
        </pc:sldMkLst>
      </pc:sldChg>
      <pc:sldChg chg="del">
        <pc:chgData name="Samruddhi Bhushan Bhide" userId="93ee6587-e09b-4819-bfba-b2aa8713e94c" providerId="ADAL" clId="{588323E1-16B8-4A74-A11D-D1C6AC935FA5}" dt="2025-02-13T06:57:08.945" v="1290" actId="2696"/>
        <pc:sldMkLst>
          <pc:docMk/>
          <pc:sldMk cId="1446328314" sldId="679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1159294677" sldId="680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2697216630" sldId="681"/>
        </pc:sldMkLst>
      </pc:sldChg>
      <pc:sldChg chg="del">
        <pc:chgData name="Samruddhi Bhushan Bhide" userId="93ee6587-e09b-4819-bfba-b2aa8713e94c" providerId="ADAL" clId="{588323E1-16B8-4A74-A11D-D1C6AC935FA5}" dt="2025-02-13T06:58:10.897" v="1294" actId="2696"/>
        <pc:sldMkLst>
          <pc:docMk/>
          <pc:sldMk cId="1601456234" sldId="682"/>
        </pc:sldMkLst>
      </pc:sldChg>
      <pc:sldChg chg="del">
        <pc:chgData name="Samruddhi Bhushan Bhide" userId="93ee6587-e09b-4819-bfba-b2aa8713e94c" providerId="ADAL" clId="{588323E1-16B8-4A74-A11D-D1C6AC935FA5}" dt="2025-02-13T06:58:05.606" v="1293" actId="2696"/>
        <pc:sldMkLst>
          <pc:docMk/>
          <pc:sldMk cId="3126320205" sldId="683"/>
        </pc:sldMkLst>
      </pc:sldChg>
      <pc:sldChg chg="modSp add mod">
        <pc:chgData name="Samruddhi Bhushan Bhide" userId="93ee6587-e09b-4819-bfba-b2aa8713e94c" providerId="ADAL" clId="{588323E1-16B8-4A74-A11D-D1C6AC935FA5}" dt="2025-02-13T07:34:51.500" v="1313" actId="14100"/>
        <pc:sldMkLst>
          <pc:docMk/>
          <pc:sldMk cId="2897001290" sldId="2147478081"/>
        </pc:sldMkLst>
        <pc:spChg chg="mod">
          <ac:chgData name="Samruddhi Bhushan Bhide" userId="93ee6587-e09b-4819-bfba-b2aa8713e94c" providerId="ADAL" clId="{588323E1-16B8-4A74-A11D-D1C6AC935FA5}" dt="2025-02-13T07:34:51.500" v="1313" actId="14100"/>
          <ac:spMkLst>
            <pc:docMk/>
            <pc:sldMk cId="2897001290" sldId="2147478081"/>
            <ac:spMk id="6" creationId="{5397A255-C593-4269-6973-296205FDE1EA}"/>
          </ac:spMkLst>
        </pc:spChg>
        <pc:spChg chg="mod">
          <ac:chgData name="Samruddhi Bhushan Bhide" userId="93ee6587-e09b-4819-bfba-b2aa8713e94c" providerId="ADAL" clId="{588323E1-16B8-4A74-A11D-D1C6AC935FA5}" dt="2025-02-13T07:34:32.634" v="1304" actId="20577"/>
          <ac:spMkLst>
            <pc:docMk/>
            <pc:sldMk cId="2897001290" sldId="2147478081"/>
            <ac:spMk id="7" creationId="{A678A009-04F0-F3A9-0D73-16A75FBFBE63}"/>
          </ac:spMkLst>
        </pc:spChg>
        <pc:spChg chg="mod">
          <ac:chgData name="Samruddhi Bhushan Bhide" userId="93ee6587-e09b-4819-bfba-b2aa8713e94c" providerId="ADAL" clId="{588323E1-16B8-4A74-A11D-D1C6AC935FA5}" dt="2025-02-13T07:34:26.024" v="1300" actId="20577"/>
          <ac:spMkLst>
            <pc:docMk/>
            <pc:sldMk cId="2897001290" sldId="2147478081"/>
            <ac:spMk id="8" creationId="{DCEDBF9E-908F-5AE2-086B-7514E7ECD2D9}"/>
          </ac:spMkLst>
        </pc:spChg>
      </pc:sldChg>
      <pc:sldChg chg="modSp add mod">
        <pc:chgData name="Samruddhi Bhushan Bhide" userId="93ee6587-e09b-4819-bfba-b2aa8713e94c" providerId="ADAL" clId="{588323E1-16B8-4A74-A11D-D1C6AC935FA5}" dt="2025-02-13T10:48:16.098" v="1718" actId="1076"/>
        <pc:sldMkLst>
          <pc:docMk/>
          <pc:sldMk cId="3543817277" sldId="2147478082"/>
        </pc:sldMkLst>
      </pc:sldChg>
      <pc:sldChg chg="add">
        <pc:chgData name="Samruddhi Bhushan Bhide" userId="93ee6587-e09b-4819-bfba-b2aa8713e94c" providerId="ADAL" clId="{588323E1-16B8-4A74-A11D-D1C6AC935FA5}" dt="2025-02-14T05:36:03.173" v="1726" actId="2890"/>
        <pc:sldMkLst>
          <pc:docMk/>
          <pc:sldMk cId="719010021" sldId="2147478083"/>
        </pc:sldMkLst>
      </pc:sldChg>
      <pc:sldChg chg="add del">
        <pc:chgData name="Samruddhi Bhushan Bhide" userId="93ee6587-e09b-4819-bfba-b2aa8713e94c" providerId="ADAL" clId="{588323E1-16B8-4A74-A11D-D1C6AC935FA5}" dt="2025-02-14T05:36:52.201" v="1728" actId="2696"/>
        <pc:sldMkLst>
          <pc:docMk/>
          <pc:sldMk cId="1865898102" sldId="2147478084"/>
        </pc:sldMkLst>
      </pc:sldChg>
      <pc:sldChg chg="add">
        <pc:chgData name="Samruddhi Bhushan Bhide" userId="93ee6587-e09b-4819-bfba-b2aa8713e94c" providerId="ADAL" clId="{588323E1-16B8-4A74-A11D-D1C6AC935FA5}" dt="2025-02-14T05:39:29.093" v="1732" actId="2890"/>
        <pc:sldMkLst>
          <pc:docMk/>
          <pc:sldMk cId="2034662095" sldId="2147478084"/>
        </pc:sldMkLst>
      </pc:sldChg>
      <pc:sldChg chg="delSp modSp add mod">
        <pc:chgData name="Samruddhi Bhushan Bhide" userId="93ee6587-e09b-4819-bfba-b2aa8713e94c" providerId="ADAL" clId="{588323E1-16B8-4A74-A11D-D1C6AC935FA5}" dt="2025-02-14T05:44:13.769" v="2006" actId="1076"/>
        <pc:sldMkLst>
          <pc:docMk/>
          <pc:sldMk cId="2932002402" sldId="2147478085"/>
        </pc:sldMkLst>
      </pc:sldChg>
      <pc:sldChg chg="addSp modSp add mod">
        <pc:chgData name="Samruddhi Bhushan Bhide" userId="93ee6587-e09b-4819-bfba-b2aa8713e94c" providerId="ADAL" clId="{588323E1-16B8-4A74-A11D-D1C6AC935FA5}" dt="2025-02-14T05:57:44.364" v="2113" actId="1076"/>
        <pc:sldMkLst>
          <pc:docMk/>
          <pc:sldMk cId="860410826" sldId="2147478086"/>
        </pc:sldMkLst>
      </pc:sldChg>
      <pc:sldMasterChg chg="delSldLayout">
        <pc:chgData name="Samruddhi Bhushan Bhide" userId="93ee6587-e09b-4819-bfba-b2aa8713e94c" providerId="ADAL" clId="{588323E1-16B8-4A74-A11D-D1C6AC935FA5}" dt="2025-02-13T06:11:14.884" v="38" actId="2696"/>
        <pc:sldMasterMkLst>
          <pc:docMk/>
          <pc:sldMasterMk cId="1839216972" sldId="2147483648"/>
        </pc:sldMasterMkLst>
        <pc:sldLayoutChg chg="del">
          <pc:chgData name="Samruddhi Bhushan Bhide" userId="93ee6587-e09b-4819-bfba-b2aa8713e94c" providerId="ADAL" clId="{588323E1-16B8-4A74-A11D-D1C6AC935FA5}" dt="2025-02-13T06:11:14.884" v="38" actId="2696"/>
          <pc:sldLayoutMkLst>
            <pc:docMk/>
            <pc:sldMasterMk cId="1839216972" sldId="2147483648"/>
            <pc:sldLayoutMk cId="3343724410" sldId="2147483654"/>
          </pc:sldLayoutMkLst>
        </pc:sldLayoutChg>
      </pc:sldMasterChg>
    </pc:docChg>
  </pc:docChgLst>
  <pc:docChgLst>
    <pc:chgData name="Ajeesh Kumar A" userId="af687e13-fef1-4ad0-a67e-3d0d240317ce" providerId="ADAL" clId="{4C0795C8-7C85-4907-8CB2-AA9E52FB42F4}"/>
    <pc:docChg chg="undo redo custSel modSld sldOrd">
      <pc:chgData name="Ajeesh Kumar A" userId="af687e13-fef1-4ad0-a67e-3d0d240317ce" providerId="ADAL" clId="{4C0795C8-7C85-4907-8CB2-AA9E52FB42F4}" dt="2025-03-17T09:51:05.264" v="690" actId="20577"/>
      <pc:docMkLst>
        <pc:docMk/>
      </pc:docMkLst>
      <pc:sldChg chg="modSp mod">
        <pc:chgData name="Ajeesh Kumar A" userId="af687e13-fef1-4ad0-a67e-3d0d240317ce" providerId="ADAL" clId="{4C0795C8-7C85-4907-8CB2-AA9E52FB42F4}" dt="2025-03-17T09:36:00.320" v="597" actId="20577"/>
        <pc:sldMkLst>
          <pc:docMk/>
          <pc:sldMk cId="529764277" sldId="2147478093"/>
        </pc:sldMkLst>
        <pc:graphicFrameChg chg="modGraphic">
          <ac:chgData name="Ajeesh Kumar A" userId="af687e13-fef1-4ad0-a67e-3d0d240317ce" providerId="ADAL" clId="{4C0795C8-7C85-4907-8CB2-AA9E52FB42F4}" dt="2025-03-17T09:36:00.320" v="597" actId="20577"/>
          <ac:graphicFrameMkLst>
            <pc:docMk/>
            <pc:sldMk cId="529764277" sldId="2147478093"/>
            <ac:graphicFrameMk id="3" creationId="{0B537A24-769B-0BC7-8C21-E3FB9F6D941D}"/>
          </ac:graphicFrameMkLst>
        </pc:graphicFrameChg>
      </pc:sldChg>
      <pc:sldChg chg="modSp mod">
        <pc:chgData name="Ajeesh Kumar A" userId="af687e13-fef1-4ad0-a67e-3d0d240317ce" providerId="ADAL" clId="{4C0795C8-7C85-4907-8CB2-AA9E52FB42F4}" dt="2025-03-17T09:51:05.264" v="690" actId="20577"/>
        <pc:sldMkLst>
          <pc:docMk/>
          <pc:sldMk cId="2883173474" sldId="2147478099"/>
        </pc:sldMkLst>
        <pc:graphicFrameChg chg="mod modGraphic">
          <ac:chgData name="Ajeesh Kumar A" userId="af687e13-fef1-4ad0-a67e-3d0d240317ce" providerId="ADAL" clId="{4C0795C8-7C85-4907-8CB2-AA9E52FB42F4}" dt="2025-03-17T09:51:05.264" v="690" actId="20577"/>
          <ac:graphicFrameMkLst>
            <pc:docMk/>
            <pc:sldMk cId="2883173474" sldId="2147478099"/>
            <ac:graphicFrameMk id="6" creationId="{5B7EDA25-7A00-2A79-D150-949990A713FC}"/>
          </ac:graphicFrameMkLst>
        </pc:graphicFrameChg>
      </pc:sldChg>
      <pc:sldChg chg="addSp modSp mod">
        <pc:chgData name="Ajeesh Kumar A" userId="af687e13-fef1-4ad0-a67e-3d0d240317ce" providerId="ADAL" clId="{4C0795C8-7C85-4907-8CB2-AA9E52FB42F4}" dt="2025-03-17T06:52:48.842" v="507" actId="20577"/>
        <pc:sldMkLst>
          <pc:docMk/>
          <pc:sldMk cId="1831340416" sldId="2147478100"/>
        </pc:sldMkLst>
        <pc:spChg chg="add mod">
          <ac:chgData name="Ajeesh Kumar A" userId="af687e13-fef1-4ad0-a67e-3d0d240317ce" providerId="ADAL" clId="{4C0795C8-7C85-4907-8CB2-AA9E52FB42F4}" dt="2025-03-17T06:52:48.842" v="507" actId="20577"/>
          <ac:spMkLst>
            <pc:docMk/>
            <pc:sldMk cId="1831340416" sldId="2147478100"/>
            <ac:spMk id="3" creationId="{A060D6EB-C221-F6E5-F7B1-958678F93498}"/>
          </ac:spMkLst>
        </pc:spChg>
        <pc:picChg chg="mod">
          <ac:chgData name="Ajeesh Kumar A" userId="af687e13-fef1-4ad0-a67e-3d0d240317ce" providerId="ADAL" clId="{4C0795C8-7C85-4907-8CB2-AA9E52FB42F4}" dt="2025-03-17T06:51:16.362" v="405" actId="1076"/>
          <ac:picMkLst>
            <pc:docMk/>
            <pc:sldMk cId="1831340416" sldId="2147478100"/>
            <ac:picMk id="2" creationId="{2664D585-969A-C0DD-AF3C-A53B5257861D}"/>
          </ac:picMkLst>
        </pc:picChg>
      </pc:sldChg>
      <pc:sldChg chg="addSp delSp modSp mod modClrScheme chgLayout">
        <pc:chgData name="Ajeesh Kumar A" userId="af687e13-fef1-4ad0-a67e-3d0d240317ce" providerId="ADAL" clId="{4C0795C8-7C85-4907-8CB2-AA9E52FB42F4}" dt="2025-03-17T07:49:37.484" v="524" actId="20577"/>
        <pc:sldMkLst>
          <pc:docMk/>
          <pc:sldMk cId="1223429778" sldId="2147478101"/>
        </pc:sldMkLst>
        <pc:spChg chg="add mod">
          <ac:chgData name="Ajeesh Kumar A" userId="af687e13-fef1-4ad0-a67e-3d0d240317ce" providerId="ADAL" clId="{4C0795C8-7C85-4907-8CB2-AA9E52FB42F4}" dt="2025-03-17T07:23:58.441" v="510" actId="207"/>
          <ac:spMkLst>
            <pc:docMk/>
            <pc:sldMk cId="1223429778" sldId="2147478101"/>
            <ac:spMk id="2" creationId="{98E71EF5-BA1B-2C3D-387F-CD714129B8DB}"/>
          </ac:spMkLst>
        </pc:spChg>
        <pc:spChg chg="add mod">
          <ac:chgData name="Ajeesh Kumar A" userId="af687e13-fef1-4ad0-a67e-3d0d240317ce" providerId="ADAL" clId="{4C0795C8-7C85-4907-8CB2-AA9E52FB42F4}" dt="2025-03-17T07:24:05.739" v="511" actId="207"/>
          <ac:spMkLst>
            <pc:docMk/>
            <pc:sldMk cId="1223429778" sldId="2147478101"/>
            <ac:spMk id="5" creationId="{B6022A24-C83A-FF26-7E67-12DD5B8D2000}"/>
          </ac:spMkLst>
        </pc:spChg>
        <pc:spChg chg="mod">
          <ac:chgData name="Ajeesh Kumar A" userId="af687e13-fef1-4ad0-a67e-3d0d240317ce" providerId="ADAL" clId="{4C0795C8-7C85-4907-8CB2-AA9E52FB42F4}" dt="2025-03-17T06:50:20.567" v="404" actId="20577"/>
          <ac:spMkLst>
            <pc:docMk/>
            <pc:sldMk cId="1223429778" sldId="2147478101"/>
            <ac:spMk id="6" creationId="{DE600B3C-B594-353D-D5FA-64A8DCB18E9F}"/>
          </ac:spMkLst>
        </pc:spChg>
        <pc:spChg chg="add mod">
          <ac:chgData name="Ajeesh Kumar A" userId="af687e13-fef1-4ad0-a67e-3d0d240317ce" providerId="ADAL" clId="{4C0795C8-7C85-4907-8CB2-AA9E52FB42F4}" dt="2025-03-17T07:24:09.721" v="512" actId="207"/>
          <ac:spMkLst>
            <pc:docMk/>
            <pc:sldMk cId="1223429778" sldId="2147478101"/>
            <ac:spMk id="15" creationId="{A8332639-6FEC-E3BB-0342-F6F26AD329B0}"/>
          </ac:spMkLst>
        </pc:spChg>
        <pc:spChg chg="add mod">
          <ac:chgData name="Ajeesh Kumar A" userId="af687e13-fef1-4ad0-a67e-3d0d240317ce" providerId="ADAL" clId="{4C0795C8-7C85-4907-8CB2-AA9E52FB42F4}" dt="2025-03-17T07:24:13.463" v="513" actId="207"/>
          <ac:spMkLst>
            <pc:docMk/>
            <pc:sldMk cId="1223429778" sldId="2147478101"/>
            <ac:spMk id="22" creationId="{6A51EC1A-C203-5362-9DA4-C3F0C5E3F91A}"/>
          </ac:spMkLst>
        </pc:spChg>
        <pc:spChg chg="add mod">
          <ac:chgData name="Ajeesh Kumar A" userId="af687e13-fef1-4ad0-a67e-3d0d240317ce" providerId="ADAL" clId="{4C0795C8-7C85-4907-8CB2-AA9E52FB42F4}" dt="2025-03-17T07:24:16.906" v="514" actId="207"/>
          <ac:spMkLst>
            <pc:docMk/>
            <pc:sldMk cId="1223429778" sldId="2147478101"/>
            <ac:spMk id="31" creationId="{EFA2C515-CF7B-3D3B-F78D-CAA0296B61C1}"/>
          </ac:spMkLst>
        </pc:spChg>
        <pc:spChg chg="add del mod ord">
          <ac:chgData name="Ajeesh Kumar A" userId="af687e13-fef1-4ad0-a67e-3d0d240317ce" providerId="ADAL" clId="{4C0795C8-7C85-4907-8CB2-AA9E52FB42F4}" dt="2025-03-17T06:19:42.621" v="149" actId="700"/>
          <ac:spMkLst>
            <pc:docMk/>
            <pc:sldMk cId="1223429778" sldId="2147478101"/>
            <ac:spMk id="35" creationId="{9F753360-B725-EA92-5AB3-0F077175E374}"/>
          </ac:spMkLst>
        </pc:spChg>
        <pc:spChg chg="add del mod">
          <ac:chgData name="Ajeesh Kumar A" userId="af687e13-fef1-4ad0-a67e-3d0d240317ce" providerId="ADAL" clId="{4C0795C8-7C85-4907-8CB2-AA9E52FB42F4}" dt="2025-03-17T06:23:53.483" v="172"/>
          <ac:spMkLst>
            <pc:docMk/>
            <pc:sldMk cId="1223429778" sldId="2147478101"/>
            <ac:spMk id="36" creationId="{23E7024C-AFD7-0E25-2283-A46D74D797CA}"/>
          </ac:spMkLst>
        </pc:spChg>
        <pc:spChg chg="add del mod">
          <ac:chgData name="Ajeesh Kumar A" userId="af687e13-fef1-4ad0-a67e-3d0d240317ce" providerId="ADAL" clId="{4C0795C8-7C85-4907-8CB2-AA9E52FB42F4}" dt="2025-03-17T06:29:18.233" v="194"/>
          <ac:spMkLst>
            <pc:docMk/>
            <pc:sldMk cId="1223429778" sldId="2147478101"/>
            <ac:spMk id="39" creationId="{AB09E163-87AC-06E3-7613-9D328958924D}"/>
          </ac:spMkLst>
        </pc:spChg>
        <pc:spChg chg="add mod">
          <ac:chgData name="Ajeesh Kumar A" userId="af687e13-fef1-4ad0-a67e-3d0d240317ce" providerId="ADAL" clId="{4C0795C8-7C85-4907-8CB2-AA9E52FB42F4}" dt="2025-03-17T07:49:37.484" v="524" actId="20577"/>
          <ac:spMkLst>
            <pc:docMk/>
            <pc:sldMk cId="1223429778" sldId="2147478101"/>
            <ac:spMk id="40" creationId="{E29F1B6F-B4CC-96C6-BFA6-C6C183F469B0}"/>
          </ac:spMkLst>
        </pc:spChg>
        <pc:spChg chg="add mod">
          <ac:chgData name="Ajeesh Kumar A" userId="af687e13-fef1-4ad0-a67e-3d0d240317ce" providerId="ADAL" clId="{4C0795C8-7C85-4907-8CB2-AA9E52FB42F4}" dt="2025-03-17T06:45:09.008" v="320" actId="1076"/>
          <ac:spMkLst>
            <pc:docMk/>
            <pc:sldMk cId="1223429778" sldId="2147478101"/>
            <ac:spMk id="43" creationId="{BB55D48F-A3A4-E0EE-C598-BDDA60AB45E7}"/>
          </ac:spMkLst>
        </pc:spChg>
        <pc:spChg chg="add del mod">
          <ac:chgData name="Ajeesh Kumar A" userId="af687e13-fef1-4ad0-a67e-3d0d240317ce" providerId="ADAL" clId="{4C0795C8-7C85-4907-8CB2-AA9E52FB42F4}" dt="2025-03-17T06:31:22.701" v="222"/>
          <ac:spMkLst>
            <pc:docMk/>
            <pc:sldMk cId="1223429778" sldId="2147478101"/>
            <ac:spMk id="44" creationId="{0177BB05-666A-41E5-FE20-57CCFB7372AC}"/>
          </ac:spMkLst>
        </pc:spChg>
        <pc:spChg chg="add mod">
          <ac:chgData name="Ajeesh Kumar A" userId="af687e13-fef1-4ad0-a67e-3d0d240317ce" providerId="ADAL" clId="{4C0795C8-7C85-4907-8CB2-AA9E52FB42F4}" dt="2025-03-17T06:32:31.373" v="231" actId="14100"/>
          <ac:spMkLst>
            <pc:docMk/>
            <pc:sldMk cId="1223429778" sldId="2147478101"/>
            <ac:spMk id="45" creationId="{549A3A68-9687-B583-9594-57EC658D3E17}"/>
          </ac:spMkLst>
        </pc:spChg>
        <pc:spChg chg="add mod">
          <ac:chgData name="Ajeesh Kumar A" userId="af687e13-fef1-4ad0-a67e-3d0d240317ce" providerId="ADAL" clId="{4C0795C8-7C85-4907-8CB2-AA9E52FB42F4}" dt="2025-03-17T06:34:00.186" v="242"/>
          <ac:spMkLst>
            <pc:docMk/>
            <pc:sldMk cId="1223429778" sldId="2147478101"/>
            <ac:spMk id="46" creationId="{91D248B5-951E-BB3C-2FF8-F7CE33AF7B0F}"/>
          </ac:spMkLst>
        </pc:spChg>
        <pc:spChg chg="add mod">
          <ac:chgData name="Ajeesh Kumar A" userId="af687e13-fef1-4ad0-a67e-3d0d240317ce" providerId="ADAL" clId="{4C0795C8-7C85-4907-8CB2-AA9E52FB42F4}" dt="2025-03-17T06:34:21.426" v="245"/>
          <ac:spMkLst>
            <pc:docMk/>
            <pc:sldMk cId="1223429778" sldId="2147478101"/>
            <ac:spMk id="47" creationId="{6443B070-B322-4033-6075-877EA8EB87CC}"/>
          </ac:spMkLst>
        </pc:spChg>
        <pc:spChg chg="add del mod">
          <ac:chgData name="Ajeesh Kumar A" userId="af687e13-fef1-4ad0-a67e-3d0d240317ce" providerId="ADAL" clId="{4C0795C8-7C85-4907-8CB2-AA9E52FB42F4}" dt="2025-03-17T06:46:03.054" v="326"/>
          <ac:spMkLst>
            <pc:docMk/>
            <pc:sldMk cId="1223429778" sldId="2147478101"/>
            <ac:spMk id="56" creationId="{7FD6A4C1-D44B-F680-94B9-0AF83945821E}"/>
          </ac:spMkLst>
        </pc:spChg>
        <pc:spChg chg="add del mod">
          <ac:chgData name="Ajeesh Kumar A" userId="af687e13-fef1-4ad0-a67e-3d0d240317ce" providerId="ADAL" clId="{4C0795C8-7C85-4907-8CB2-AA9E52FB42F4}" dt="2025-03-17T06:46:03.054" v="328"/>
          <ac:spMkLst>
            <pc:docMk/>
            <pc:sldMk cId="1223429778" sldId="2147478101"/>
            <ac:spMk id="57" creationId="{553CF605-5908-FEE7-7712-1AB9426B97E3}"/>
          </ac:spMkLst>
        </pc:spChg>
        <pc:spChg chg="add del mod">
          <ac:chgData name="Ajeesh Kumar A" userId="af687e13-fef1-4ad0-a67e-3d0d240317ce" providerId="ADAL" clId="{4C0795C8-7C85-4907-8CB2-AA9E52FB42F4}" dt="2025-03-17T06:47:38.094" v="363"/>
          <ac:spMkLst>
            <pc:docMk/>
            <pc:sldMk cId="1223429778" sldId="2147478101"/>
            <ac:spMk id="58" creationId="{D87D3EBD-9F73-1E5E-190D-AC7951A1B7F5}"/>
          </ac:spMkLst>
        </pc:spChg>
        <pc:cxnChg chg="add mod">
          <ac:chgData name="Ajeesh Kumar A" userId="af687e13-fef1-4ad0-a67e-3d0d240317ce" providerId="ADAL" clId="{4C0795C8-7C85-4907-8CB2-AA9E52FB42F4}" dt="2025-03-17T06:49:28.758" v="381" actId="14100"/>
          <ac:cxnSpMkLst>
            <pc:docMk/>
            <pc:sldMk cId="1223429778" sldId="2147478101"/>
            <ac:cxnSpMk id="4" creationId="{37D2F688-09A4-C51F-0ECA-352ECCAB74F1}"/>
          </ac:cxnSpMkLst>
        </pc:cxnChg>
        <pc:cxnChg chg="add mod">
          <ac:chgData name="Ajeesh Kumar A" userId="af687e13-fef1-4ad0-a67e-3d0d240317ce" providerId="ADAL" clId="{4C0795C8-7C85-4907-8CB2-AA9E52FB42F4}" dt="2025-03-17T07:26:29.541" v="518" actId="14100"/>
          <ac:cxnSpMkLst>
            <pc:docMk/>
            <pc:sldMk cId="1223429778" sldId="2147478101"/>
            <ac:cxnSpMk id="18" creationId="{1DEE25F0-BBB3-7BB3-6C35-97AAF46AA350}"/>
          </ac:cxnSpMkLst>
        </pc:cxnChg>
        <pc:cxnChg chg="add mod">
          <ac:chgData name="Ajeesh Kumar A" userId="af687e13-fef1-4ad0-a67e-3d0d240317ce" providerId="ADAL" clId="{4C0795C8-7C85-4907-8CB2-AA9E52FB42F4}" dt="2025-03-17T07:26:35.491" v="519" actId="14100"/>
          <ac:cxnSpMkLst>
            <pc:docMk/>
            <pc:sldMk cId="1223429778" sldId="2147478101"/>
            <ac:cxnSpMk id="21" creationId="{1F0EE7CC-F100-A33C-5618-97E3A0BF9728}"/>
          </ac:cxnSpMkLst>
        </pc:cxnChg>
        <pc:cxnChg chg="add mod">
          <ac:chgData name="Ajeesh Kumar A" userId="af687e13-fef1-4ad0-a67e-3d0d240317ce" providerId="ADAL" clId="{4C0795C8-7C85-4907-8CB2-AA9E52FB42F4}" dt="2025-03-17T07:26:20.915" v="516" actId="14100"/>
          <ac:cxnSpMkLst>
            <pc:docMk/>
            <pc:sldMk cId="1223429778" sldId="2147478101"/>
            <ac:cxnSpMk id="29" creationId="{DD007D76-972D-A577-3C03-C45E360FA30A}"/>
          </ac:cxnSpMkLst>
        </pc:cxnChg>
        <pc:cxnChg chg="add del mod">
          <ac:chgData name="Ajeesh Kumar A" userId="af687e13-fef1-4ad0-a67e-3d0d240317ce" providerId="ADAL" clId="{4C0795C8-7C85-4907-8CB2-AA9E52FB42F4}" dt="2025-03-17T06:42:16.639" v="286" actId="478"/>
          <ac:cxnSpMkLst>
            <pc:docMk/>
            <pc:sldMk cId="1223429778" sldId="2147478101"/>
            <ac:cxnSpMk id="38" creationId="{6DA29C2D-1A2E-D918-67B2-5EF1DB674502}"/>
          </ac:cxnSpMkLst>
        </pc:cxnChg>
        <pc:cxnChg chg="add del">
          <ac:chgData name="Ajeesh Kumar A" userId="af687e13-fef1-4ad0-a67e-3d0d240317ce" providerId="ADAL" clId="{4C0795C8-7C85-4907-8CB2-AA9E52FB42F4}" dt="2025-03-17T06:46:03.054" v="324" actId="478"/>
          <ac:cxnSpMkLst>
            <pc:docMk/>
            <pc:sldMk cId="1223429778" sldId="2147478101"/>
            <ac:cxnSpMk id="55" creationId="{4FCE30A2-FCF2-AF35-BCCD-A641913DE124}"/>
          </ac:cxnSpMkLst>
        </pc:cxnChg>
        <pc:cxnChg chg="add del mod">
          <ac:chgData name="Ajeesh Kumar A" userId="af687e13-fef1-4ad0-a67e-3d0d240317ce" providerId="ADAL" clId="{4C0795C8-7C85-4907-8CB2-AA9E52FB42F4}" dt="2025-03-17T06:46:47.849" v="352" actId="11529"/>
          <ac:cxnSpMkLst>
            <pc:docMk/>
            <pc:sldMk cId="1223429778" sldId="2147478101"/>
            <ac:cxnSpMk id="60" creationId="{CB3B0361-474E-6E19-EB5A-EF99431B796E}"/>
          </ac:cxnSpMkLst>
        </pc:cxnChg>
        <pc:cxnChg chg="add mod">
          <ac:chgData name="Ajeesh Kumar A" userId="af687e13-fef1-4ad0-a67e-3d0d240317ce" providerId="ADAL" clId="{4C0795C8-7C85-4907-8CB2-AA9E52FB42F4}" dt="2025-03-17T06:50:16.604" v="403" actId="1076"/>
          <ac:cxnSpMkLst>
            <pc:docMk/>
            <pc:sldMk cId="1223429778" sldId="2147478101"/>
            <ac:cxnSpMk id="64" creationId="{3C03E546-2093-2FE0-32A9-D7FD4CED06E2}"/>
          </ac:cxnSpMkLst>
        </pc:cxnChg>
      </pc:sldChg>
      <pc:sldChg chg="ord">
        <pc:chgData name="Ajeesh Kumar A" userId="af687e13-fef1-4ad0-a67e-3d0d240317ce" providerId="ADAL" clId="{4C0795C8-7C85-4907-8CB2-AA9E52FB42F4}" dt="2025-03-17T06:53:57.923" v="509"/>
        <pc:sldMkLst>
          <pc:docMk/>
          <pc:sldMk cId="4072533918" sldId="2147478103"/>
        </pc:sldMkLst>
      </pc:sldChg>
    </pc:docChg>
  </pc:docChgLst>
  <pc:docChgLst>
    <pc:chgData name="James Schreder" userId="S::ja355466@wipro.com::12b13eca-456f-4195-9613-7194ef5f7581" providerId="AD" clId="Web-{3DF88526-8252-40A7-848C-93E7F8DB6E37}"/>
    <pc:docChg chg="addSld delSld modSld sldOrd modSection">
      <pc:chgData name="James Schreder" userId="S::ja355466@wipro.com::12b13eca-456f-4195-9613-7194ef5f7581" providerId="AD" clId="Web-{3DF88526-8252-40A7-848C-93E7F8DB6E37}" dt="2025-03-12T19:49:31.320" v="73" actId="20577"/>
      <pc:docMkLst>
        <pc:docMk/>
      </pc:docMkLst>
      <pc:sldChg chg="modSp">
        <pc:chgData name="James Schreder" userId="S::ja355466@wipro.com::12b13eca-456f-4195-9613-7194ef5f7581" providerId="AD" clId="Web-{3DF88526-8252-40A7-848C-93E7F8DB6E37}" dt="2025-03-12T19:49:31.320" v="73" actId="20577"/>
        <pc:sldMkLst>
          <pc:docMk/>
          <pc:sldMk cId="2034662095" sldId="2147478084"/>
        </pc:sldMkLst>
        <pc:spChg chg="mod">
          <ac:chgData name="James Schreder" userId="S::ja355466@wipro.com::12b13eca-456f-4195-9613-7194ef5f7581" providerId="AD" clId="Web-{3DF88526-8252-40A7-848C-93E7F8DB6E37}" dt="2025-03-12T19:49:31.320" v="73" actId="20577"/>
          <ac:spMkLst>
            <pc:docMk/>
            <pc:sldMk cId="2034662095" sldId="2147478084"/>
            <ac:spMk id="8" creationId="{CFE37430-A216-FC7E-5B35-1FFE56F8ACDE}"/>
          </ac:spMkLst>
        </pc:spChg>
      </pc:sldChg>
      <pc:sldChg chg="new del">
        <pc:chgData name="James Schreder" userId="S::ja355466@wipro.com::12b13eca-456f-4195-9613-7194ef5f7581" providerId="AD" clId="Web-{3DF88526-8252-40A7-848C-93E7F8DB6E37}" dt="2025-03-12T19:44:08.919" v="1"/>
        <pc:sldMkLst>
          <pc:docMk/>
          <pc:sldMk cId="2399515035" sldId="2147478098"/>
        </pc:sldMkLst>
      </pc:sldChg>
      <pc:sldChg chg="addSp delSp modSp new ord">
        <pc:chgData name="James Schreder" userId="S::ja355466@wipro.com::12b13eca-456f-4195-9613-7194ef5f7581" providerId="AD" clId="Web-{3DF88526-8252-40A7-848C-93E7F8DB6E37}" dt="2025-03-12T19:48:53.444" v="60" actId="20577"/>
        <pc:sldMkLst>
          <pc:docMk/>
          <pc:sldMk cId="3599216978" sldId="2147478098"/>
        </pc:sldMkLst>
        <pc:spChg chg="add mod">
          <ac:chgData name="James Schreder" userId="S::ja355466@wipro.com::12b13eca-456f-4195-9613-7194ef5f7581" providerId="AD" clId="Web-{3DF88526-8252-40A7-848C-93E7F8DB6E37}" dt="2025-03-12T19:48:53.444" v="60" actId="20577"/>
          <ac:spMkLst>
            <pc:docMk/>
            <pc:sldMk cId="3599216978" sldId="2147478098"/>
            <ac:spMk id="6" creationId="{483F32BE-78B5-CF46-9076-1B0D1F43153E}"/>
          </ac:spMkLst>
        </pc:spChg>
      </pc:sldChg>
    </pc:docChg>
  </pc:docChgLst>
  <pc:docChgLst>
    <pc:chgData name="Ajeesh Kumar A" userId="S::aj20109819@wipro.com::af687e13-fef1-4ad0-a67e-3d0d240317ce" providerId="AD" clId="Web-{60208500-1C38-B8B1-25D8-EA4E9A11F05C}"/>
    <pc:docChg chg="addSld delSld modSld sldOrd addMainMaster delMainMaster modSection">
      <pc:chgData name="Ajeesh Kumar A" userId="S::aj20109819@wipro.com::af687e13-fef1-4ad0-a67e-3d0d240317ce" providerId="AD" clId="Web-{60208500-1C38-B8B1-25D8-EA4E9A11F05C}" dt="2025-03-17T06:05:41.133" v="222"/>
      <pc:docMkLst>
        <pc:docMk/>
      </pc:docMkLst>
      <pc:sldChg chg="modSp mod or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1435991326" sldId="265"/>
        </pc:sldMkLst>
        <pc:spChg chg="mod ord">
          <ac:chgData name="Ajeesh Kumar A" userId="S::aj20109819@wipro.com::af687e13-fef1-4ad0-a67e-3d0d240317ce" providerId="AD" clId="Web-{60208500-1C38-B8B1-25D8-EA4E9A11F05C}" dt="2025-03-17T06:05:41.133" v="222"/>
          <ac:spMkLst>
            <pc:docMk/>
            <pc:sldMk cId="1435991326" sldId="265"/>
            <ac:spMk id="2" creationId="{00000000-0000-0000-0000-000000000000}"/>
          </ac:spMkLst>
        </pc:spChg>
      </pc:sldChg>
      <pc:sldChg chg="modSp mo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2897001290" sldId="2147478081"/>
        </pc:sldMkLst>
        <pc:spChg chg="mod ord">
          <ac:chgData name="Ajeesh Kumar A" userId="S::aj20109819@wipro.com::af687e13-fef1-4ad0-a67e-3d0d240317ce" providerId="AD" clId="Web-{60208500-1C38-B8B1-25D8-EA4E9A11F05C}" dt="2025-03-17T06:05:41.133" v="222"/>
          <ac:spMkLst>
            <pc:docMk/>
            <pc:sldMk cId="2897001290" sldId="2147478081"/>
            <ac:spMk id="2" creationId="{10E602B0-88A7-7FFB-9EFB-EB95DD6191FF}"/>
          </ac:spMkLst>
        </pc:spChg>
      </pc:sldChg>
      <pc:sldChg chg="addSp delSp modSp mo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2034662095" sldId="2147478084"/>
        </pc:sldMkLst>
        <pc:spChg chg="add mod">
          <ac:chgData name="Ajeesh Kumar A" userId="S::aj20109819@wipro.com::af687e13-fef1-4ad0-a67e-3d0d240317ce" providerId="AD" clId="Web-{60208500-1C38-B8B1-25D8-EA4E9A11F05C}" dt="2025-03-17T05:45:38.999" v="205" actId="14100"/>
          <ac:spMkLst>
            <pc:docMk/>
            <pc:sldMk cId="2034662095" sldId="2147478084"/>
            <ac:spMk id="2" creationId="{7694515A-5B3C-20CE-BA81-F07962265F09}"/>
          </ac:spMkLst>
        </pc:spChg>
        <pc:spChg chg="add mod">
          <ac:chgData name="Ajeesh Kumar A" userId="S::aj20109819@wipro.com::af687e13-fef1-4ad0-a67e-3d0d240317ce" providerId="AD" clId="Web-{60208500-1C38-B8B1-25D8-EA4E9A11F05C}" dt="2025-03-17T05:42:08.773" v="104" actId="20577"/>
          <ac:spMkLst>
            <pc:docMk/>
            <pc:sldMk cId="2034662095" sldId="2147478084"/>
            <ac:spMk id="3" creationId="{10E2B346-701F-8E8C-4838-89AF2AF3E010}"/>
          </ac:spMkLst>
        </pc:spChg>
        <pc:spChg chg="mod">
          <ac:chgData name="Ajeesh Kumar A" userId="S::aj20109819@wipro.com::af687e13-fef1-4ad0-a67e-3d0d240317ce" providerId="AD" clId="Web-{60208500-1C38-B8B1-25D8-EA4E9A11F05C}" dt="2025-03-17T05:40:43.317" v="81" actId="20577"/>
          <ac:spMkLst>
            <pc:docMk/>
            <pc:sldMk cId="2034662095" sldId="2147478084"/>
            <ac:spMk id="7" creationId="{B894B7B7-23EC-F78D-692D-D0613409759F}"/>
          </ac:spMkLst>
        </pc:spChg>
        <pc:spChg chg="mod">
          <ac:chgData name="Ajeesh Kumar A" userId="S::aj20109819@wipro.com::af687e13-fef1-4ad0-a67e-3d0d240317ce" providerId="AD" clId="Web-{60208500-1C38-B8B1-25D8-EA4E9A11F05C}" dt="2025-03-17T05:45:50.390" v="208" actId="20577"/>
          <ac:spMkLst>
            <pc:docMk/>
            <pc:sldMk cId="2034662095" sldId="2147478084"/>
            <ac:spMk id="8" creationId="{CFE37430-A216-FC7E-5B35-1FFE56F8ACDE}"/>
          </ac:spMkLst>
        </pc:spChg>
        <pc:spChg chg="del">
          <ac:chgData name="Ajeesh Kumar A" userId="S::aj20109819@wipro.com::af687e13-fef1-4ad0-a67e-3d0d240317ce" providerId="AD" clId="Web-{60208500-1C38-B8B1-25D8-EA4E9A11F05C}" dt="2025-03-17T05:45:44.483" v="206"/>
          <ac:spMkLst>
            <pc:docMk/>
            <pc:sldMk cId="2034662095" sldId="2147478084"/>
            <ac:spMk id="9" creationId="{DF3C0E47-E060-F57A-514D-6AA388182469}"/>
          </ac:spMkLst>
        </pc:spChg>
      </pc:sldChg>
      <pc:sldChg chg="del">
        <pc:chgData name="Ajeesh Kumar A" userId="S::aj20109819@wipro.com::af687e13-fef1-4ad0-a67e-3d0d240317ce" providerId="AD" clId="Web-{60208500-1C38-B8B1-25D8-EA4E9A11F05C}" dt="2025-03-17T05:44:04.668" v="140"/>
        <pc:sldMkLst>
          <pc:docMk/>
          <pc:sldMk cId="860410826" sldId="2147478090"/>
        </pc:sldMkLst>
      </pc:sldChg>
      <pc:sldChg chg="add del">
        <pc:chgData name="Ajeesh Kumar A" userId="S::aj20109819@wipro.com::af687e13-fef1-4ad0-a67e-3d0d240317ce" providerId="AD" clId="Web-{60208500-1C38-B8B1-25D8-EA4E9A11F05C}" dt="2025-03-17T05:38:53.470" v="43"/>
        <pc:sldMkLst>
          <pc:docMk/>
          <pc:sldMk cId="3379391863" sldId="2147478092"/>
        </pc:sldMkLst>
      </pc:sldChg>
      <pc:sldChg chg="mod or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529764277" sldId="2147478093"/>
        </pc:sldMkLst>
      </pc:sldChg>
      <pc:sldChg chg="mod or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1943995503" sldId="2147478096"/>
        </pc:sldMkLst>
      </pc:sldChg>
      <pc:sldChg chg="add del mod or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1161655936" sldId="2147478097"/>
        </pc:sldMkLst>
      </pc:sldChg>
      <pc:sldChg chg="modSp mo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3599216978" sldId="2147478098"/>
        </pc:sldMkLst>
        <pc:spChg chg="mod">
          <ac:chgData name="Ajeesh Kumar A" userId="S::aj20109819@wipro.com::af687e13-fef1-4ad0-a67e-3d0d240317ce" providerId="AD" clId="Web-{60208500-1C38-B8B1-25D8-EA4E9A11F05C}" dt="2025-03-17T05:58:28.978" v="220" actId="20577"/>
          <ac:spMkLst>
            <pc:docMk/>
            <pc:sldMk cId="3599216978" sldId="2147478098"/>
            <ac:spMk id="6" creationId="{483F32BE-78B5-CF46-9076-1B0D1F43153E}"/>
          </ac:spMkLst>
        </pc:spChg>
      </pc:sldChg>
      <pc:sldChg chg="modSp mod or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2883173474" sldId="2147478099"/>
        </pc:sldMkLst>
        <pc:spChg chg="mod">
          <ac:chgData name="Ajeesh Kumar A" userId="S::aj20109819@wipro.com::af687e13-fef1-4ad0-a67e-3d0d240317ce" providerId="AD" clId="Web-{60208500-1C38-B8B1-25D8-EA4E9A11F05C}" dt="2025-03-17T05:43:04.947" v="138" actId="20577"/>
          <ac:spMkLst>
            <pc:docMk/>
            <pc:sldMk cId="2883173474" sldId="2147478099"/>
            <ac:spMk id="7" creationId="{C923C97F-81F0-FFD2-2405-44D6AC3CACB6}"/>
          </ac:spMkLst>
        </pc:spChg>
        <pc:graphicFrameChg chg="mod modGraphic">
          <ac:chgData name="Ajeesh Kumar A" userId="S::aj20109819@wipro.com::af687e13-fef1-4ad0-a67e-3d0d240317ce" providerId="AD" clId="Web-{60208500-1C38-B8B1-25D8-EA4E9A11F05C}" dt="2025-03-17T05:42:46.759" v="128"/>
          <ac:graphicFrameMkLst>
            <pc:docMk/>
            <pc:sldMk cId="2883173474" sldId="2147478099"/>
            <ac:graphicFrameMk id="6" creationId="{5B7EDA25-7A00-2A79-D150-949990A713FC}"/>
          </ac:graphicFrameMkLst>
        </pc:graphicFrameChg>
      </pc:sldChg>
      <pc:sldChg chg="mo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1831340416" sldId="2147478100"/>
        </pc:sldMkLst>
      </pc:sldChg>
      <pc:sldChg chg="modSp add mod replI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1223429778" sldId="2147478101"/>
        </pc:sldMkLst>
        <pc:spChg chg="mod">
          <ac:chgData name="Ajeesh Kumar A" userId="S::aj20109819@wipro.com::af687e13-fef1-4ad0-a67e-3d0d240317ce" providerId="AD" clId="Web-{60208500-1C38-B8B1-25D8-EA4E9A11F05C}" dt="2025-03-17T05:37:13.029" v="34" actId="20577"/>
          <ac:spMkLst>
            <pc:docMk/>
            <pc:sldMk cId="1223429778" sldId="2147478101"/>
            <ac:spMk id="6" creationId="{DE600B3C-B594-353D-D5FA-64A8DCB18E9F}"/>
          </ac:spMkLst>
        </pc:spChg>
      </pc:sldChg>
      <pc:sldChg chg="modSp add mod replI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3319280647" sldId="2147478102"/>
        </pc:sldMkLst>
        <pc:spChg chg="mod ord">
          <ac:chgData name="Ajeesh Kumar A" userId="S::aj20109819@wipro.com::af687e13-fef1-4ad0-a67e-3d0d240317ce" providerId="AD" clId="Web-{60208500-1C38-B8B1-25D8-EA4E9A11F05C}" dt="2025-03-17T06:05:41.133" v="222"/>
          <ac:spMkLst>
            <pc:docMk/>
            <pc:sldMk cId="3319280647" sldId="2147478102"/>
            <ac:spMk id="2" creationId="{271FCC1F-AB6E-11C9-F7B3-21B8F7D4A44E}"/>
          </ac:spMkLst>
        </pc:spChg>
      </pc:sldChg>
      <pc:sldChg chg="modSp add mod ord replId modClrScheme chgLayout">
        <pc:chgData name="Ajeesh Kumar A" userId="S::aj20109819@wipro.com::af687e13-fef1-4ad0-a67e-3d0d240317ce" providerId="AD" clId="Web-{60208500-1C38-B8B1-25D8-EA4E9A11F05C}" dt="2025-03-17T06:05:41.133" v="222"/>
        <pc:sldMkLst>
          <pc:docMk/>
          <pc:sldMk cId="4072533918" sldId="2147478103"/>
        </pc:sldMkLst>
        <pc:spChg chg="mod ord">
          <ac:chgData name="Ajeesh Kumar A" userId="S::aj20109819@wipro.com::af687e13-fef1-4ad0-a67e-3d0d240317ce" providerId="AD" clId="Web-{60208500-1C38-B8B1-25D8-EA4E9A11F05C}" dt="2025-03-17T06:05:41.133" v="222"/>
          <ac:spMkLst>
            <pc:docMk/>
            <pc:sldMk cId="4072533918" sldId="2147478103"/>
            <ac:spMk id="2" creationId="{BA903334-C79B-51D4-E0C0-0587FE8B3934}"/>
          </ac:spMkLst>
        </pc:spChg>
      </pc:sldChg>
      <pc:sldChg chg="add del replId">
        <pc:chgData name="Ajeesh Kumar A" userId="S::aj20109819@wipro.com::af687e13-fef1-4ad0-a67e-3d0d240317ce" providerId="AD" clId="Web-{60208500-1C38-B8B1-25D8-EA4E9A11F05C}" dt="2025-03-17T05:40:23.066" v="68"/>
        <pc:sldMkLst>
          <pc:docMk/>
          <pc:sldMk cId="934291802" sldId="2147478104"/>
        </pc:sldMkLst>
      </pc:sldChg>
      <pc:sldChg chg="add del replId">
        <pc:chgData name="Ajeesh Kumar A" userId="S::aj20109819@wipro.com::af687e13-fef1-4ad0-a67e-3d0d240317ce" providerId="AD" clId="Web-{60208500-1C38-B8B1-25D8-EA4E9A11F05C}" dt="2025-03-17T05:40:32.176" v="70"/>
        <pc:sldMkLst>
          <pc:docMk/>
          <pc:sldMk cId="2224136767" sldId="2147478104"/>
        </pc:sldMkLst>
      </pc:sldChg>
      <pc:sldMasterChg chg="add del addSldLayout delSldLayout">
        <pc:chgData name="Ajeesh Kumar A" userId="S::aj20109819@wipro.com::af687e13-fef1-4ad0-a67e-3d0d240317ce" providerId="AD" clId="Web-{60208500-1C38-B8B1-25D8-EA4E9A11F05C}" dt="2025-03-17T06:05:41.133" v="222"/>
        <pc:sldMasterMkLst>
          <pc:docMk/>
          <pc:sldMasterMk cId="1839216972" sldId="2147483648"/>
        </pc:sldMasterMkLst>
        <pc:sldLayoutChg chg="add del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839216972" sldId="2147483648"/>
            <pc:sldLayoutMk cId="3941857210" sldId="2147483651"/>
          </pc:sldLayoutMkLst>
        </pc:sldLayoutChg>
        <pc:sldLayoutChg chg="add del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839216972" sldId="2147483648"/>
            <pc:sldLayoutMk cId="2242250117" sldId="2147483652"/>
          </pc:sldLayoutMkLst>
        </pc:sldLayoutChg>
        <pc:sldLayoutChg chg="add del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839216972" sldId="2147483648"/>
            <pc:sldLayoutMk cId="1744628598" sldId="2147483656"/>
          </pc:sldLayoutMkLst>
        </pc:sldLayoutChg>
      </pc:sldMasterChg>
      <pc:sldMasterChg chg="add del addSldLayout delSldLayout modSldLayout">
        <pc:chgData name="Ajeesh Kumar A" userId="S::aj20109819@wipro.com::af687e13-fef1-4ad0-a67e-3d0d240317ce" providerId="AD" clId="Web-{60208500-1C38-B8B1-25D8-EA4E9A11F05C}" dt="2025-03-17T06:05:41.133" v="222"/>
        <pc:sldMasterMkLst>
          <pc:docMk/>
          <pc:sldMasterMk cId="1639363333" sldId="2147483657"/>
        </pc:sldMasterMkLst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3188220514" sldId="2147483658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2848777393" sldId="2147483659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4039421913" sldId="2147483660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502375833" sldId="2147483661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1027006275" sldId="2147483662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314015217" sldId="2147483663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4082320397" sldId="2147483664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874874318" sldId="2147483665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4292609885" sldId="2147483666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3573225080" sldId="2147483667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1116046214" sldId="2147483668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2824551904" sldId="2147483669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2921985380" sldId="2147483670"/>
          </pc:sldLayoutMkLst>
        </pc:sldLayoutChg>
        <pc:sldLayoutChg chg="add del mod replId">
          <pc:chgData name="Ajeesh Kumar A" userId="S::aj20109819@wipro.com::af687e13-fef1-4ad0-a67e-3d0d240317ce" providerId="AD" clId="Web-{60208500-1C38-B8B1-25D8-EA4E9A11F05C}" dt="2025-03-17T06:05:41.133" v="222"/>
          <pc:sldLayoutMkLst>
            <pc:docMk/>
            <pc:sldMasterMk cId="1639363333" sldId="2147483657"/>
            <pc:sldLayoutMk cId="362703310" sldId="2147483671"/>
          </pc:sldLayoutMkLst>
        </pc:sldLayoutChg>
      </pc:sldMasterChg>
    </pc:docChg>
  </pc:docChgLst>
  <pc:docChgLst>
    <pc:chgData name="Samruddhi Bhushan Bhide" userId="93ee6587-e09b-4819-bfba-b2aa8713e94c" providerId="ADAL" clId="{4D70BDB0-A22E-49C6-B662-73C45289D08F}"/>
    <pc:docChg chg="modSld">
      <pc:chgData name="Samruddhi Bhushan Bhide" userId="93ee6587-e09b-4819-bfba-b2aa8713e94c" providerId="ADAL" clId="{4D70BDB0-A22E-49C6-B662-73C45289D08F}" dt="2024-06-10T10:00:25.458" v="1" actId="1076"/>
      <pc:docMkLst>
        <pc:docMk/>
      </pc:docMkLst>
      <pc:sldChg chg="modSp mod">
        <pc:chgData name="Samruddhi Bhushan Bhide" userId="93ee6587-e09b-4819-bfba-b2aa8713e94c" providerId="ADAL" clId="{4D70BDB0-A22E-49C6-B662-73C45289D08F}" dt="2024-06-10T10:00:25.458" v="1" actId="1076"/>
        <pc:sldMkLst>
          <pc:docMk/>
          <pc:sldMk cId="1048238943" sldId="616"/>
        </pc:sldMkLst>
      </pc:sldChg>
    </pc:docChg>
  </pc:docChgLst>
  <pc:docChgLst>
    <pc:chgData name="James Schreder" userId="S::ja355466@wipro.com::12b13eca-456f-4195-9613-7194ef5f7581" providerId="AD" clId="Web-{B4A9E231-31B8-4F3F-8F36-65311FF1509B}"/>
    <pc:docChg chg="modSld sldOrd">
      <pc:chgData name="James Schreder" userId="S::ja355466@wipro.com::12b13eca-456f-4195-9613-7194ef5f7581" providerId="AD" clId="Web-{B4A9E231-31B8-4F3F-8F36-65311FF1509B}" dt="2025-03-14T09:58:10.534" v="5"/>
      <pc:docMkLst>
        <pc:docMk/>
      </pc:docMkLst>
      <pc:sldChg chg="modSp ord">
        <pc:chgData name="James Schreder" userId="S::ja355466@wipro.com::12b13eca-456f-4195-9613-7194ef5f7581" providerId="AD" clId="Web-{B4A9E231-31B8-4F3F-8F36-65311FF1509B}" dt="2025-03-14T09:58:10.534" v="5"/>
        <pc:sldMkLst>
          <pc:docMk/>
          <pc:sldMk cId="3599216978" sldId="2147478098"/>
        </pc:sldMkLst>
        <pc:spChg chg="mod">
          <ac:chgData name="James Schreder" userId="S::ja355466@wipro.com::12b13eca-456f-4195-9613-7194ef5f7581" providerId="AD" clId="Web-{B4A9E231-31B8-4F3F-8F36-65311FF1509B}" dt="2025-03-14T09:57:45.189" v="2" actId="20577"/>
          <ac:spMkLst>
            <pc:docMk/>
            <pc:sldMk cId="3599216978" sldId="2147478098"/>
            <ac:spMk id="6" creationId="{483F32BE-78B5-CF46-9076-1B0D1F43153E}"/>
          </ac:spMkLst>
        </pc:spChg>
      </pc:sldChg>
    </pc:docChg>
  </pc:docChgLst>
  <pc:docChgLst>
    <pc:chgData name="Samruddhi Bhushan Bhide" userId="93ee6587-e09b-4819-bfba-b2aa8713e94c" providerId="ADAL" clId="{EDB17C26-E789-48C9-BF65-1E03E83BC134}"/>
    <pc:docChg chg="undo custSel addSld delSld modSld sldOrd modSection">
      <pc:chgData name="Samruddhi Bhushan Bhide" userId="93ee6587-e09b-4819-bfba-b2aa8713e94c" providerId="ADAL" clId="{EDB17C26-E789-48C9-BF65-1E03E83BC134}" dt="2025-02-27T06:23:57" v="732" actId="20577"/>
      <pc:docMkLst>
        <pc:docMk/>
      </pc:docMkLst>
      <pc:sldChg chg="modSp mod">
        <pc:chgData name="Samruddhi Bhushan Bhide" userId="93ee6587-e09b-4819-bfba-b2aa8713e94c" providerId="ADAL" clId="{EDB17C26-E789-48C9-BF65-1E03E83BC134}" dt="2025-02-17T06:16:11.739" v="188" actId="20577"/>
        <pc:sldMkLst>
          <pc:docMk/>
          <pc:sldMk cId="393796435" sldId="326"/>
        </pc:sldMkLst>
      </pc:sldChg>
      <pc:sldChg chg="del">
        <pc:chgData name="Samruddhi Bhushan Bhide" userId="93ee6587-e09b-4819-bfba-b2aa8713e94c" providerId="ADAL" clId="{EDB17C26-E789-48C9-BF65-1E03E83BC134}" dt="2025-02-25T06:55:01.336" v="190" actId="2696"/>
        <pc:sldMkLst>
          <pc:docMk/>
          <pc:sldMk cId="3370625538" sldId="489"/>
        </pc:sldMkLst>
      </pc:sldChg>
      <pc:sldChg chg="addSp delSp modSp mod">
        <pc:chgData name="Samruddhi Bhushan Bhide" userId="93ee6587-e09b-4819-bfba-b2aa8713e94c" providerId="ADAL" clId="{EDB17C26-E789-48C9-BF65-1E03E83BC134}" dt="2025-02-27T05:49:06.453" v="383" actId="20577"/>
        <pc:sldMkLst>
          <pc:docMk/>
          <pc:sldMk cId="1968087284" sldId="618"/>
        </pc:sldMkLst>
      </pc:sldChg>
      <pc:sldChg chg="del">
        <pc:chgData name="Samruddhi Bhushan Bhide" userId="93ee6587-e09b-4819-bfba-b2aa8713e94c" providerId="ADAL" clId="{EDB17C26-E789-48C9-BF65-1E03E83BC134}" dt="2025-02-17T06:05:58.687" v="134" actId="2696"/>
        <pc:sldMkLst>
          <pc:docMk/>
          <pc:sldMk cId="3071468007" sldId="622"/>
        </pc:sldMkLst>
      </pc:sldChg>
      <pc:sldChg chg="modSp mod">
        <pc:chgData name="Samruddhi Bhushan Bhide" userId="93ee6587-e09b-4819-bfba-b2aa8713e94c" providerId="ADAL" clId="{EDB17C26-E789-48C9-BF65-1E03E83BC134}" dt="2025-02-17T06:16:21.360" v="189" actId="20577"/>
        <pc:sldMkLst>
          <pc:docMk/>
          <pc:sldMk cId="3079023915" sldId="624"/>
        </pc:sldMkLst>
      </pc:sldChg>
      <pc:sldChg chg="delSp modSp mod">
        <pc:chgData name="Samruddhi Bhushan Bhide" userId="93ee6587-e09b-4819-bfba-b2aa8713e94c" providerId="ADAL" clId="{EDB17C26-E789-48C9-BF65-1E03E83BC134}" dt="2025-02-27T05:58:10.931" v="434" actId="478"/>
        <pc:sldMkLst>
          <pc:docMk/>
          <pc:sldMk cId="915797069" sldId="675"/>
        </pc:sldMkLst>
      </pc:sldChg>
      <pc:sldChg chg="modSp mod">
        <pc:chgData name="Samruddhi Bhushan Bhide" userId="93ee6587-e09b-4819-bfba-b2aa8713e94c" providerId="ADAL" clId="{EDB17C26-E789-48C9-BF65-1E03E83BC134}" dt="2025-02-25T06:55:43.615" v="208" actId="20577"/>
        <pc:sldMkLst>
          <pc:docMk/>
          <pc:sldMk cId="2897001290" sldId="2147478081"/>
        </pc:sldMkLst>
        <pc:spChg chg="mod">
          <ac:chgData name="Samruddhi Bhushan Bhide" userId="93ee6587-e09b-4819-bfba-b2aa8713e94c" providerId="ADAL" clId="{EDB17C26-E789-48C9-BF65-1E03E83BC134}" dt="2025-02-25T06:55:43.615" v="208" actId="20577"/>
          <ac:spMkLst>
            <pc:docMk/>
            <pc:sldMk cId="2897001290" sldId="2147478081"/>
            <ac:spMk id="7" creationId="{A678A009-04F0-F3A9-0D73-16A75FBFBE63}"/>
          </ac:spMkLst>
        </pc:spChg>
        <pc:spChg chg="mod">
          <ac:chgData name="Samruddhi Bhushan Bhide" userId="93ee6587-e09b-4819-bfba-b2aa8713e94c" providerId="ADAL" clId="{EDB17C26-E789-48C9-BF65-1E03E83BC134}" dt="2025-02-17T06:05:45.759" v="133" actId="20577"/>
          <ac:spMkLst>
            <pc:docMk/>
            <pc:sldMk cId="2897001290" sldId="2147478081"/>
            <ac:spMk id="8" creationId="{DCEDBF9E-908F-5AE2-086B-7514E7ECD2D9}"/>
          </ac:spMkLst>
        </pc:spChg>
      </pc:sldChg>
      <pc:sldChg chg="del">
        <pc:chgData name="Samruddhi Bhushan Bhide" userId="93ee6587-e09b-4819-bfba-b2aa8713e94c" providerId="ADAL" clId="{EDB17C26-E789-48C9-BF65-1E03E83BC134}" dt="2025-02-17T06:10:43.304" v="150" actId="2696"/>
        <pc:sldMkLst>
          <pc:docMk/>
          <pc:sldMk cId="3543817277" sldId="2147478082"/>
        </pc:sldMkLst>
      </pc:sldChg>
      <pc:sldChg chg="addSp delSp modSp mod">
        <pc:chgData name="Samruddhi Bhushan Bhide" userId="93ee6587-e09b-4819-bfba-b2aa8713e94c" providerId="ADAL" clId="{EDB17C26-E789-48C9-BF65-1E03E83BC134}" dt="2025-02-25T07:28:09.317" v="297" actId="13926"/>
        <pc:sldMkLst>
          <pc:docMk/>
          <pc:sldMk cId="719010021" sldId="2147478083"/>
        </pc:sldMkLst>
      </pc:sldChg>
      <pc:sldChg chg="modSp mod">
        <pc:chgData name="Samruddhi Bhushan Bhide" userId="93ee6587-e09b-4819-bfba-b2aa8713e94c" providerId="ADAL" clId="{EDB17C26-E789-48C9-BF65-1E03E83BC134}" dt="2025-02-17T06:09:57.353" v="149" actId="108"/>
        <pc:sldMkLst>
          <pc:docMk/>
          <pc:sldMk cId="2034662095" sldId="2147478084"/>
        </pc:sldMkLst>
        <pc:spChg chg="mod">
          <ac:chgData name="Samruddhi Bhushan Bhide" userId="93ee6587-e09b-4819-bfba-b2aa8713e94c" providerId="ADAL" clId="{EDB17C26-E789-48C9-BF65-1E03E83BC134}" dt="2025-02-17T06:09:57.353" v="149" actId="108"/>
          <ac:spMkLst>
            <pc:docMk/>
            <pc:sldMk cId="2034662095" sldId="2147478084"/>
            <ac:spMk id="8" creationId="{CFE37430-A216-FC7E-5B35-1FFE56F8ACDE}"/>
          </ac:spMkLst>
        </pc:spChg>
      </pc:sldChg>
      <pc:sldChg chg="addSp delSp modSp add mod">
        <pc:chgData name="Samruddhi Bhushan Bhide" userId="93ee6587-e09b-4819-bfba-b2aa8713e94c" providerId="ADAL" clId="{EDB17C26-E789-48C9-BF65-1E03E83BC134}" dt="2025-02-27T06:02:48.686" v="500" actId="1036"/>
        <pc:sldMkLst>
          <pc:docMk/>
          <pc:sldMk cId="1015098531" sldId="2147478085"/>
        </pc:sldMkLst>
      </pc:sldChg>
      <pc:sldChg chg="del">
        <pc:chgData name="Samruddhi Bhushan Bhide" userId="93ee6587-e09b-4819-bfba-b2aa8713e94c" providerId="ADAL" clId="{EDB17C26-E789-48C9-BF65-1E03E83BC134}" dt="2025-02-17T06:11:18.012" v="151" actId="2696"/>
        <pc:sldMkLst>
          <pc:docMk/>
          <pc:sldMk cId="2932002402" sldId="2147478085"/>
        </pc:sldMkLst>
      </pc:sldChg>
      <pc:sldChg chg="del">
        <pc:chgData name="Samruddhi Bhushan Bhide" userId="93ee6587-e09b-4819-bfba-b2aa8713e94c" providerId="ADAL" clId="{EDB17C26-E789-48C9-BF65-1E03E83BC134}" dt="2025-02-25T06:56:47.940" v="210" actId="2696"/>
        <pc:sldMkLst>
          <pc:docMk/>
          <pc:sldMk cId="860410826" sldId="2147478086"/>
        </pc:sldMkLst>
      </pc:sldChg>
      <pc:sldChg chg="addSp delSp modSp add mod">
        <pc:chgData name="Samruddhi Bhushan Bhide" userId="93ee6587-e09b-4819-bfba-b2aa8713e94c" providerId="ADAL" clId="{EDB17C26-E789-48C9-BF65-1E03E83BC134}" dt="2025-02-27T06:04:50.076" v="519" actId="14734"/>
        <pc:sldMkLst>
          <pc:docMk/>
          <pc:sldMk cId="1552214943" sldId="2147478086"/>
        </pc:sldMkLst>
      </pc:sldChg>
      <pc:sldChg chg="addSp delSp modSp add mod">
        <pc:chgData name="Samruddhi Bhushan Bhide" userId="93ee6587-e09b-4819-bfba-b2aa8713e94c" providerId="ADAL" clId="{EDB17C26-E789-48C9-BF65-1E03E83BC134}" dt="2025-02-27T06:23:57" v="732" actId="20577"/>
        <pc:sldMkLst>
          <pc:docMk/>
          <pc:sldMk cId="755803663" sldId="2147478087"/>
        </pc:sldMkLst>
      </pc:sldChg>
      <pc:sldChg chg="del">
        <pc:chgData name="Samruddhi Bhushan Bhide" userId="93ee6587-e09b-4819-bfba-b2aa8713e94c" providerId="ADAL" clId="{EDB17C26-E789-48C9-BF65-1E03E83BC134}" dt="2025-02-25T06:56:40.191" v="209" actId="2696"/>
        <pc:sldMkLst>
          <pc:docMk/>
          <pc:sldMk cId="2513395796" sldId="2147478087"/>
        </pc:sldMkLst>
      </pc:sldChg>
      <pc:sldChg chg="del">
        <pc:chgData name="Samruddhi Bhushan Bhide" userId="93ee6587-e09b-4819-bfba-b2aa8713e94c" providerId="ADAL" clId="{EDB17C26-E789-48C9-BF65-1E03E83BC134}" dt="2025-02-25T06:56:52.824" v="211" actId="2696"/>
        <pc:sldMkLst>
          <pc:docMk/>
          <pc:sldMk cId="1280512905" sldId="2147478088"/>
        </pc:sldMkLst>
      </pc:sldChg>
      <pc:sldChg chg="addSp delSp modSp add mod ord">
        <pc:chgData name="Samruddhi Bhushan Bhide" userId="93ee6587-e09b-4819-bfba-b2aa8713e94c" providerId="ADAL" clId="{EDB17C26-E789-48C9-BF65-1E03E83BC134}" dt="2025-02-27T06:22:17.528" v="731" actId="20577"/>
        <pc:sldMkLst>
          <pc:docMk/>
          <pc:sldMk cId="1588503520" sldId="2147478088"/>
        </pc:sldMkLst>
      </pc:sldChg>
      <pc:sldChg chg="delSp modSp add mod">
        <pc:chgData name="Samruddhi Bhushan Bhide" userId="93ee6587-e09b-4819-bfba-b2aa8713e94c" providerId="ADAL" clId="{EDB17C26-E789-48C9-BF65-1E03E83BC134}" dt="2025-02-27T06:22:15.021" v="730" actId="20577"/>
        <pc:sldMkLst>
          <pc:docMk/>
          <pc:sldMk cId="1857427074" sldId="21474780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9C2CB-2488-41AB-A5DC-8CDE8048289D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E01AC-3DA8-418F-8AB3-85344E7D4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1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01AC-3DA8-418F-8AB3-85344E7D41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50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E913-04E2-CBC8-FCEA-9DEABCAA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35877-E5C6-64AA-61E7-FA1706CEE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DBF40-0273-BC28-19F0-394BF5B09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ADBD-FD17-1B56-E88F-1A5FD5524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E01AC-3DA8-418F-8AB3-85344E7D41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180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23ED-7D06-20E5-20B0-815B6644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A7878-D153-740C-6F61-84B699C49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DAC37-6895-8C48-1ACB-F3A4BB0D5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AD797-1024-4254-28EC-2B155A3BE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E01AC-3DA8-418F-8AB3-85344E7D41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65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357B-883A-3B92-688F-2BACBED1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8B7DE-55EA-DF68-DC57-D36C23F30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3710E-9965-B218-16F2-2E8048334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2A3A4-45EA-7158-F6BB-D746C6E25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E01AC-3DA8-418F-8AB3-85344E7D41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744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F190-4EEE-5470-588D-9B742DE2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2E4DF-749F-35AF-EAC7-254108C1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80F54-0C27-5ACE-7AE6-917481070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02C80-163F-75A5-612A-AABDE524C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FE01AC-3DA8-418F-8AB3-85344E7D41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691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ackground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9"/>
          <p:cNvSpPr>
            <a:spLocks noGrp="1"/>
          </p:cNvSpPr>
          <p:nvPr>
            <p:ph type="pic" sz="quarter" idx="16" hasCustomPrompt="1"/>
          </p:nvPr>
        </p:nvSpPr>
        <p:spPr>
          <a:xfrm>
            <a:off x="-1" y="0"/>
            <a:ext cx="9146399" cy="4902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1600" baseline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Click icon to add background image</a:t>
            </a:r>
          </a:p>
        </p:txBody>
      </p:sp>
      <p:sp>
        <p:nvSpPr>
          <p:cNvPr id="16" name="Text Placeholder 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75770" y="63500"/>
            <a:ext cx="1001713" cy="123794"/>
          </a:xfrm>
        </p:spPr>
        <p:txBody>
          <a:bodyPr wrap="none" tIns="0" bIns="0" anchor="ctr" anchorCtr="0"/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800" b="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0.0 Section name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8903495" y="4975062"/>
            <a:ext cx="228600" cy="142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Lige forbindelse 8"/>
          <p:cNvCxnSpPr>
            <a:cxnSpLocks/>
          </p:cNvCxnSpPr>
          <p:nvPr userDrawn="1"/>
        </p:nvCxnSpPr>
        <p:spPr>
          <a:xfrm>
            <a:off x="7899751" y="4924622"/>
            <a:ext cx="1246648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/>
          <p:cNvSpPr txBox="1">
            <a:spLocks/>
          </p:cNvSpPr>
          <p:nvPr userDrawn="1"/>
        </p:nvSpPr>
        <p:spPr>
          <a:xfrm>
            <a:off x="7899751" y="4975673"/>
            <a:ext cx="83124" cy="111722"/>
          </a:xfrm>
          <a:prstGeom prst="rect">
            <a:avLst/>
          </a:prstGeom>
          <a:noFill/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b="0" u="none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</a:t>
            </a:r>
          </a:p>
        </p:txBody>
      </p:sp>
      <p:sp>
        <p:nvSpPr>
          <p:cNvPr id="33" name="Freeform 5"/>
          <p:cNvSpPr>
            <a:spLocks noEditPoints="1"/>
          </p:cNvSpPr>
          <p:nvPr userDrawn="1"/>
        </p:nvSpPr>
        <p:spPr bwMode="auto">
          <a:xfrm>
            <a:off x="8002022" y="4978054"/>
            <a:ext cx="282581" cy="109457"/>
          </a:xfrm>
          <a:custGeom>
            <a:avLst/>
            <a:gdLst>
              <a:gd name="T0" fmla="*/ 910 w 1135"/>
              <a:gd name="T1" fmla="*/ 216 h 441"/>
              <a:gd name="T2" fmla="*/ 1135 w 1135"/>
              <a:gd name="T3" fmla="*/ 216 h 441"/>
              <a:gd name="T4" fmla="*/ 1022 w 1135"/>
              <a:gd name="T5" fmla="*/ 277 h 441"/>
              <a:gd name="T6" fmla="*/ 1022 w 1135"/>
              <a:gd name="T7" fmla="*/ 155 h 441"/>
              <a:gd name="T8" fmla="*/ 1022 w 1135"/>
              <a:gd name="T9" fmla="*/ 277 h 441"/>
              <a:gd name="T10" fmla="*/ 275 w 1135"/>
              <a:gd name="T11" fmla="*/ 107 h 441"/>
              <a:gd name="T12" fmla="*/ 232 w 1135"/>
              <a:gd name="T13" fmla="*/ 219 h 441"/>
              <a:gd name="T14" fmla="*/ 164 w 1135"/>
              <a:gd name="T15" fmla="*/ 101 h 441"/>
              <a:gd name="T16" fmla="*/ 151 w 1135"/>
              <a:gd name="T17" fmla="*/ 106 h 441"/>
              <a:gd name="T18" fmla="*/ 58 w 1135"/>
              <a:gd name="T19" fmla="*/ 113 h 441"/>
              <a:gd name="T20" fmla="*/ 8 w 1135"/>
              <a:gd name="T21" fmla="*/ 107 h 441"/>
              <a:gd name="T22" fmla="*/ 69 w 1135"/>
              <a:gd name="T23" fmla="*/ 326 h 441"/>
              <a:gd name="T24" fmla="*/ 83 w 1135"/>
              <a:gd name="T25" fmla="*/ 332 h 441"/>
              <a:gd name="T26" fmla="*/ 162 w 1135"/>
              <a:gd name="T27" fmla="*/ 193 h 441"/>
              <a:gd name="T28" fmla="*/ 241 w 1135"/>
              <a:gd name="T29" fmla="*/ 332 h 441"/>
              <a:gd name="T30" fmla="*/ 255 w 1135"/>
              <a:gd name="T31" fmla="*/ 326 h 441"/>
              <a:gd name="T32" fmla="*/ 316 w 1135"/>
              <a:gd name="T33" fmla="*/ 107 h 441"/>
              <a:gd name="T34" fmla="*/ 371 w 1135"/>
              <a:gd name="T35" fmla="*/ 107 h 441"/>
              <a:gd name="T36" fmla="*/ 362 w 1135"/>
              <a:gd name="T37" fmla="*/ 316 h 441"/>
              <a:gd name="T38" fmla="*/ 413 w 1135"/>
              <a:gd name="T39" fmla="*/ 326 h 441"/>
              <a:gd name="T40" fmla="*/ 423 w 1135"/>
              <a:gd name="T41" fmla="*/ 117 h 441"/>
              <a:gd name="T42" fmla="*/ 596 w 1135"/>
              <a:gd name="T43" fmla="*/ 101 h 441"/>
              <a:gd name="T44" fmla="*/ 522 w 1135"/>
              <a:gd name="T45" fmla="*/ 133 h 441"/>
              <a:gd name="T46" fmla="*/ 506 w 1135"/>
              <a:gd name="T47" fmla="*/ 107 h 441"/>
              <a:gd name="T48" fmla="*/ 477 w 1135"/>
              <a:gd name="T49" fmla="*/ 117 h 441"/>
              <a:gd name="T50" fmla="*/ 486 w 1135"/>
              <a:gd name="T51" fmla="*/ 441 h 441"/>
              <a:gd name="T52" fmla="*/ 538 w 1135"/>
              <a:gd name="T53" fmla="*/ 432 h 441"/>
              <a:gd name="T54" fmla="*/ 596 w 1135"/>
              <a:gd name="T55" fmla="*/ 332 h 441"/>
              <a:gd name="T56" fmla="*/ 596 w 1135"/>
              <a:gd name="T57" fmla="*/ 101 h 441"/>
              <a:gd name="T58" fmla="*/ 538 w 1135"/>
              <a:gd name="T59" fmla="*/ 265 h 441"/>
              <a:gd name="T60" fmla="*/ 584 w 1135"/>
              <a:gd name="T61" fmla="*/ 155 h 441"/>
              <a:gd name="T62" fmla="*/ 584 w 1135"/>
              <a:gd name="T63" fmla="*/ 277 h 441"/>
              <a:gd name="T64" fmla="*/ 792 w 1135"/>
              <a:gd name="T65" fmla="*/ 133 h 441"/>
              <a:gd name="T66" fmla="*/ 776 w 1135"/>
              <a:gd name="T67" fmla="*/ 107 h 441"/>
              <a:gd name="T68" fmla="*/ 747 w 1135"/>
              <a:gd name="T69" fmla="*/ 117 h 441"/>
              <a:gd name="T70" fmla="*/ 757 w 1135"/>
              <a:gd name="T71" fmla="*/ 326 h 441"/>
              <a:gd name="T72" fmla="*/ 808 w 1135"/>
              <a:gd name="T73" fmla="*/ 316 h 441"/>
              <a:gd name="T74" fmla="*/ 870 w 1135"/>
              <a:gd name="T75" fmla="*/ 159 h 441"/>
              <a:gd name="T76" fmla="*/ 897 w 1135"/>
              <a:gd name="T77" fmla="*/ 122 h 441"/>
              <a:gd name="T78" fmla="*/ 401 w 1135"/>
              <a:gd name="T79" fmla="*/ 4 h 441"/>
              <a:gd name="T80" fmla="*/ 383 w 1135"/>
              <a:gd name="T81" fmla="*/ 70 h 441"/>
              <a:gd name="T82" fmla="*/ 401 w 1135"/>
              <a:gd name="T83" fmla="*/ 4 h 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35" h="441">
                <a:moveTo>
                  <a:pt x="1022" y="101"/>
                </a:moveTo>
                <a:cubicBezTo>
                  <a:pt x="960" y="101"/>
                  <a:pt x="910" y="152"/>
                  <a:pt x="910" y="216"/>
                </a:cubicBezTo>
                <a:cubicBezTo>
                  <a:pt x="910" y="280"/>
                  <a:pt x="960" y="332"/>
                  <a:pt x="1022" y="332"/>
                </a:cubicBezTo>
                <a:cubicBezTo>
                  <a:pt x="1084" y="332"/>
                  <a:pt x="1135" y="280"/>
                  <a:pt x="1135" y="216"/>
                </a:cubicBezTo>
                <a:cubicBezTo>
                  <a:pt x="1135" y="152"/>
                  <a:pt x="1084" y="101"/>
                  <a:pt x="1022" y="101"/>
                </a:cubicBezTo>
                <a:close/>
                <a:moveTo>
                  <a:pt x="1022" y="277"/>
                </a:moveTo>
                <a:cubicBezTo>
                  <a:pt x="990" y="277"/>
                  <a:pt x="964" y="250"/>
                  <a:pt x="964" y="216"/>
                </a:cubicBezTo>
                <a:cubicBezTo>
                  <a:pt x="964" y="183"/>
                  <a:pt x="990" y="155"/>
                  <a:pt x="1022" y="155"/>
                </a:cubicBezTo>
                <a:cubicBezTo>
                  <a:pt x="1054" y="155"/>
                  <a:pt x="1080" y="183"/>
                  <a:pt x="1080" y="216"/>
                </a:cubicBezTo>
                <a:cubicBezTo>
                  <a:pt x="1080" y="250"/>
                  <a:pt x="1054" y="277"/>
                  <a:pt x="1022" y="277"/>
                </a:cubicBezTo>
                <a:close/>
                <a:moveTo>
                  <a:pt x="316" y="107"/>
                </a:moveTo>
                <a:cubicBezTo>
                  <a:pt x="275" y="107"/>
                  <a:pt x="275" y="107"/>
                  <a:pt x="275" y="107"/>
                </a:cubicBezTo>
                <a:cubicBezTo>
                  <a:pt x="271" y="107"/>
                  <a:pt x="268" y="110"/>
                  <a:pt x="266" y="113"/>
                </a:cubicBezTo>
                <a:cubicBezTo>
                  <a:pt x="232" y="219"/>
                  <a:pt x="232" y="219"/>
                  <a:pt x="232" y="219"/>
                </a:cubicBezTo>
                <a:cubicBezTo>
                  <a:pt x="174" y="106"/>
                  <a:pt x="174" y="106"/>
                  <a:pt x="174" y="106"/>
                </a:cubicBezTo>
                <a:cubicBezTo>
                  <a:pt x="172" y="103"/>
                  <a:pt x="168" y="101"/>
                  <a:pt x="164" y="101"/>
                </a:cubicBezTo>
                <a:cubicBezTo>
                  <a:pt x="160" y="101"/>
                  <a:pt x="160" y="101"/>
                  <a:pt x="160" y="101"/>
                </a:cubicBezTo>
                <a:cubicBezTo>
                  <a:pt x="156" y="101"/>
                  <a:pt x="152" y="103"/>
                  <a:pt x="151" y="106"/>
                </a:cubicBezTo>
                <a:cubicBezTo>
                  <a:pt x="92" y="219"/>
                  <a:pt x="92" y="219"/>
                  <a:pt x="92" y="219"/>
                </a:cubicBezTo>
                <a:cubicBezTo>
                  <a:pt x="58" y="113"/>
                  <a:pt x="58" y="113"/>
                  <a:pt x="58" y="113"/>
                </a:cubicBezTo>
                <a:cubicBezTo>
                  <a:pt x="57" y="110"/>
                  <a:pt x="53" y="107"/>
                  <a:pt x="49" y="107"/>
                </a:cubicBezTo>
                <a:cubicBezTo>
                  <a:pt x="8" y="107"/>
                  <a:pt x="8" y="107"/>
                  <a:pt x="8" y="107"/>
                </a:cubicBezTo>
                <a:cubicBezTo>
                  <a:pt x="3" y="107"/>
                  <a:pt x="0" y="111"/>
                  <a:pt x="1" y="116"/>
                </a:cubicBezTo>
                <a:cubicBezTo>
                  <a:pt x="69" y="326"/>
                  <a:pt x="69" y="326"/>
                  <a:pt x="69" y="326"/>
                </a:cubicBezTo>
                <a:cubicBezTo>
                  <a:pt x="70" y="329"/>
                  <a:pt x="74" y="332"/>
                  <a:pt x="77" y="332"/>
                </a:cubicBezTo>
                <a:cubicBezTo>
                  <a:pt x="83" y="332"/>
                  <a:pt x="83" y="332"/>
                  <a:pt x="83" y="332"/>
                </a:cubicBezTo>
                <a:cubicBezTo>
                  <a:pt x="87" y="332"/>
                  <a:pt x="91" y="329"/>
                  <a:pt x="93" y="326"/>
                </a:cubicBezTo>
                <a:cubicBezTo>
                  <a:pt x="162" y="193"/>
                  <a:pt x="162" y="193"/>
                  <a:pt x="162" y="193"/>
                </a:cubicBezTo>
                <a:cubicBezTo>
                  <a:pt x="231" y="326"/>
                  <a:pt x="231" y="326"/>
                  <a:pt x="231" y="326"/>
                </a:cubicBezTo>
                <a:cubicBezTo>
                  <a:pt x="233" y="329"/>
                  <a:pt x="237" y="332"/>
                  <a:pt x="241" y="332"/>
                </a:cubicBezTo>
                <a:cubicBezTo>
                  <a:pt x="247" y="332"/>
                  <a:pt x="247" y="332"/>
                  <a:pt x="247" y="332"/>
                </a:cubicBezTo>
                <a:cubicBezTo>
                  <a:pt x="250" y="332"/>
                  <a:pt x="254" y="329"/>
                  <a:pt x="255" y="326"/>
                </a:cubicBezTo>
                <a:cubicBezTo>
                  <a:pt x="323" y="116"/>
                  <a:pt x="323" y="116"/>
                  <a:pt x="323" y="116"/>
                </a:cubicBezTo>
                <a:cubicBezTo>
                  <a:pt x="325" y="111"/>
                  <a:pt x="322" y="107"/>
                  <a:pt x="316" y="107"/>
                </a:cubicBezTo>
                <a:close/>
                <a:moveTo>
                  <a:pt x="413" y="107"/>
                </a:moveTo>
                <a:cubicBezTo>
                  <a:pt x="371" y="107"/>
                  <a:pt x="371" y="107"/>
                  <a:pt x="371" y="107"/>
                </a:cubicBezTo>
                <a:cubicBezTo>
                  <a:pt x="366" y="107"/>
                  <a:pt x="362" y="111"/>
                  <a:pt x="362" y="117"/>
                </a:cubicBezTo>
                <a:cubicBezTo>
                  <a:pt x="362" y="316"/>
                  <a:pt x="362" y="316"/>
                  <a:pt x="362" y="316"/>
                </a:cubicBezTo>
                <a:cubicBezTo>
                  <a:pt x="362" y="321"/>
                  <a:pt x="366" y="326"/>
                  <a:pt x="371" y="326"/>
                </a:cubicBezTo>
                <a:cubicBezTo>
                  <a:pt x="413" y="326"/>
                  <a:pt x="413" y="326"/>
                  <a:pt x="413" y="326"/>
                </a:cubicBezTo>
                <a:cubicBezTo>
                  <a:pt x="418" y="326"/>
                  <a:pt x="423" y="321"/>
                  <a:pt x="423" y="316"/>
                </a:cubicBezTo>
                <a:cubicBezTo>
                  <a:pt x="423" y="117"/>
                  <a:pt x="423" y="117"/>
                  <a:pt x="423" y="117"/>
                </a:cubicBezTo>
                <a:cubicBezTo>
                  <a:pt x="423" y="111"/>
                  <a:pt x="418" y="107"/>
                  <a:pt x="413" y="107"/>
                </a:cubicBezTo>
                <a:close/>
                <a:moveTo>
                  <a:pt x="596" y="101"/>
                </a:moveTo>
                <a:cubicBezTo>
                  <a:pt x="567" y="101"/>
                  <a:pt x="541" y="113"/>
                  <a:pt x="522" y="133"/>
                </a:cubicBezTo>
                <a:cubicBezTo>
                  <a:pt x="522" y="133"/>
                  <a:pt x="522" y="133"/>
                  <a:pt x="522" y="133"/>
                </a:cubicBezTo>
                <a:cubicBezTo>
                  <a:pt x="514" y="113"/>
                  <a:pt x="514" y="113"/>
                  <a:pt x="514" y="113"/>
                </a:cubicBezTo>
                <a:cubicBezTo>
                  <a:pt x="513" y="110"/>
                  <a:pt x="509" y="107"/>
                  <a:pt x="506" y="107"/>
                </a:cubicBezTo>
                <a:cubicBezTo>
                  <a:pt x="486" y="107"/>
                  <a:pt x="486" y="107"/>
                  <a:pt x="486" y="107"/>
                </a:cubicBezTo>
                <a:cubicBezTo>
                  <a:pt x="481" y="107"/>
                  <a:pt x="477" y="111"/>
                  <a:pt x="477" y="117"/>
                </a:cubicBezTo>
                <a:cubicBezTo>
                  <a:pt x="477" y="432"/>
                  <a:pt x="477" y="432"/>
                  <a:pt x="477" y="432"/>
                </a:cubicBezTo>
                <a:cubicBezTo>
                  <a:pt x="477" y="437"/>
                  <a:pt x="481" y="441"/>
                  <a:pt x="486" y="441"/>
                </a:cubicBezTo>
                <a:cubicBezTo>
                  <a:pt x="528" y="441"/>
                  <a:pt x="528" y="441"/>
                  <a:pt x="528" y="441"/>
                </a:cubicBezTo>
                <a:cubicBezTo>
                  <a:pt x="533" y="441"/>
                  <a:pt x="538" y="437"/>
                  <a:pt x="538" y="432"/>
                </a:cubicBezTo>
                <a:cubicBezTo>
                  <a:pt x="538" y="322"/>
                  <a:pt x="538" y="322"/>
                  <a:pt x="538" y="322"/>
                </a:cubicBezTo>
                <a:cubicBezTo>
                  <a:pt x="555" y="328"/>
                  <a:pt x="575" y="332"/>
                  <a:pt x="596" y="332"/>
                </a:cubicBezTo>
                <a:cubicBezTo>
                  <a:pt x="654" y="332"/>
                  <a:pt x="702" y="280"/>
                  <a:pt x="702" y="216"/>
                </a:cubicBezTo>
                <a:cubicBezTo>
                  <a:pt x="702" y="152"/>
                  <a:pt x="654" y="101"/>
                  <a:pt x="596" y="101"/>
                </a:cubicBezTo>
                <a:close/>
                <a:moveTo>
                  <a:pt x="584" y="277"/>
                </a:moveTo>
                <a:cubicBezTo>
                  <a:pt x="567" y="277"/>
                  <a:pt x="551" y="273"/>
                  <a:pt x="538" y="265"/>
                </a:cubicBezTo>
                <a:cubicBezTo>
                  <a:pt x="538" y="182"/>
                  <a:pt x="538" y="182"/>
                  <a:pt x="538" y="182"/>
                </a:cubicBezTo>
                <a:cubicBezTo>
                  <a:pt x="548" y="166"/>
                  <a:pt x="565" y="155"/>
                  <a:pt x="584" y="155"/>
                </a:cubicBezTo>
                <a:cubicBezTo>
                  <a:pt x="615" y="155"/>
                  <a:pt x="640" y="183"/>
                  <a:pt x="640" y="216"/>
                </a:cubicBezTo>
                <a:cubicBezTo>
                  <a:pt x="640" y="250"/>
                  <a:pt x="615" y="277"/>
                  <a:pt x="584" y="277"/>
                </a:cubicBezTo>
                <a:close/>
                <a:moveTo>
                  <a:pt x="856" y="101"/>
                </a:moveTo>
                <a:cubicBezTo>
                  <a:pt x="816" y="101"/>
                  <a:pt x="792" y="133"/>
                  <a:pt x="792" y="133"/>
                </a:cubicBezTo>
                <a:cubicBezTo>
                  <a:pt x="785" y="113"/>
                  <a:pt x="785" y="113"/>
                  <a:pt x="785" y="113"/>
                </a:cubicBezTo>
                <a:cubicBezTo>
                  <a:pt x="784" y="110"/>
                  <a:pt x="780" y="107"/>
                  <a:pt x="776" y="107"/>
                </a:cubicBezTo>
                <a:cubicBezTo>
                  <a:pt x="757" y="107"/>
                  <a:pt x="757" y="107"/>
                  <a:pt x="757" y="107"/>
                </a:cubicBezTo>
                <a:cubicBezTo>
                  <a:pt x="752" y="107"/>
                  <a:pt x="747" y="111"/>
                  <a:pt x="747" y="117"/>
                </a:cubicBezTo>
                <a:cubicBezTo>
                  <a:pt x="747" y="316"/>
                  <a:pt x="747" y="316"/>
                  <a:pt x="747" y="316"/>
                </a:cubicBezTo>
                <a:cubicBezTo>
                  <a:pt x="747" y="321"/>
                  <a:pt x="752" y="326"/>
                  <a:pt x="757" y="326"/>
                </a:cubicBezTo>
                <a:cubicBezTo>
                  <a:pt x="799" y="326"/>
                  <a:pt x="799" y="326"/>
                  <a:pt x="799" y="326"/>
                </a:cubicBezTo>
                <a:cubicBezTo>
                  <a:pt x="804" y="326"/>
                  <a:pt x="808" y="321"/>
                  <a:pt x="808" y="316"/>
                </a:cubicBezTo>
                <a:cubicBezTo>
                  <a:pt x="808" y="176"/>
                  <a:pt x="808" y="176"/>
                  <a:pt x="808" y="176"/>
                </a:cubicBezTo>
                <a:cubicBezTo>
                  <a:pt x="833" y="147"/>
                  <a:pt x="864" y="157"/>
                  <a:pt x="870" y="159"/>
                </a:cubicBezTo>
                <a:cubicBezTo>
                  <a:pt x="876" y="162"/>
                  <a:pt x="881" y="159"/>
                  <a:pt x="883" y="155"/>
                </a:cubicBezTo>
                <a:cubicBezTo>
                  <a:pt x="885" y="150"/>
                  <a:pt x="894" y="130"/>
                  <a:pt x="897" y="122"/>
                </a:cubicBezTo>
                <a:cubicBezTo>
                  <a:pt x="901" y="114"/>
                  <a:pt x="896" y="101"/>
                  <a:pt x="856" y="101"/>
                </a:cubicBezTo>
                <a:close/>
                <a:moveTo>
                  <a:pt x="401" y="4"/>
                </a:moveTo>
                <a:cubicBezTo>
                  <a:pt x="383" y="0"/>
                  <a:pt x="364" y="10"/>
                  <a:pt x="360" y="28"/>
                </a:cubicBezTo>
                <a:cubicBezTo>
                  <a:pt x="355" y="46"/>
                  <a:pt x="365" y="65"/>
                  <a:pt x="383" y="70"/>
                </a:cubicBezTo>
                <a:cubicBezTo>
                  <a:pt x="401" y="74"/>
                  <a:pt x="420" y="64"/>
                  <a:pt x="425" y="46"/>
                </a:cubicBezTo>
                <a:cubicBezTo>
                  <a:pt x="430" y="28"/>
                  <a:pt x="419" y="9"/>
                  <a:pt x="401" y="4"/>
                </a:cubicBezTo>
                <a:close/>
              </a:path>
            </a:pathLst>
          </a:custGeom>
          <a:solidFill>
            <a:srgbClr val="34195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TextBox 33"/>
          <p:cNvSpPr txBox="1"/>
          <p:nvPr userDrawn="1"/>
        </p:nvSpPr>
        <p:spPr>
          <a:xfrm>
            <a:off x="8264669" y="4933519"/>
            <a:ext cx="613587" cy="10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  <p:sp>
        <p:nvSpPr>
          <p:cNvPr id="35" name="Shape 257"/>
          <p:cNvSpPr txBox="1">
            <a:spLocks/>
          </p:cNvSpPr>
          <p:nvPr userDrawn="1"/>
        </p:nvSpPr>
        <p:spPr>
          <a:xfrm>
            <a:off x="8869969" y="4930742"/>
            <a:ext cx="259712" cy="194925"/>
          </a:xfrm>
          <a:prstGeom prst="rect">
            <a:avLst/>
          </a:prstGeom>
          <a:noFill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0" tIns="45720" rIns="0" bIns="45720" rtlCol="0" anchor="ctr"/>
          <a:lstStyle>
            <a:defPPr>
              <a:defRPr lang="en-US"/>
            </a:defPPr>
            <a:lvl1pPr algn="ctr">
              <a:defRPr sz="600" b="0" u="none">
                <a:solidFill>
                  <a:schemeClr val="accent2"/>
                </a:solidFill>
                <a:latin typeface="Arial" pitchFamily="34" charset="0"/>
                <a:cs typeface="Arial" pitchFamily="34" charset="0"/>
              </a:defRPr>
            </a:lvl1pPr>
            <a:lvl2pPr marL="0" marR="0" indent="228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5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lvl="0"/>
            <a:fld id="{86CB4B4D-7CA3-9044-876B-883B54F8677D}" type="slidenum">
              <a:rPr lang="en-GB" noProof="0" smtClean="0"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pPr lvl="0"/>
              <a:t>‹#›</a:t>
            </a:fld>
            <a:endParaRPr lang="en-GB" noProof="0"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71948" y="4978614"/>
            <a:ext cx="503788" cy="94721"/>
            <a:chOff x="6014087" y="4646472"/>
            <a:chExt cx="503788" cy="94721"/>
          </a:xfrm>
        </p:grpSpPr>
        <p:sp>
          <p:nvSpPr>
            <p:cNvPr id="27" name="Oval 26"/>
            <p:cNvSpPr>
              <a:spLocks noChangeArrowheads="1"/>
            </p:cNvSpPr>
            <p:nvPr/>
          </p:nvSpPr>
          <p:spPr bwMode="auto">
            <a:xfrm flipH="1">
              <a:off x="6423171" y="4646472"/>
              <a:ext cx="94704" cy="9472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/>
                <a:t> </a:t>
              </a:r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 flipH="1">
              <a:off x="6320900" y="4646472"/>
              <a:ext cx="94704" cy="947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 flipH="1">
              <a:off x="6218629" y="4646472"/>
              <a:ext cx="94704" cy="9472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29"/>
            <p:cNvSpPr>
              <a:spLocks noChangeArrowheads="1"/>
            </p:cNvSpPr>
            <p:nvPr/>
          </p:nvSpPr>
          <p:spPr bwMode="auto">
            <a:xfrm flipH="1">
              <a:off x="6116358" y="4646472"/>
              <a:ext cx="94704" cy="9472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30"/>
            <p:cNvSpPr>
              <a:spLocks noChangeArrowheads="1"/>
            </p:cNvSpPr>
            <p:nvPr/>
          </p:nvSpPr>
          <p:spPr bwMode="auto">
            <a:xfrm flipH="1">
              <a:off x="6014087" y="4646472"/>
              <a:ext cx="94704" cy="9472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7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268514" y="1765300"/>
            <a:ext cx="4374573" cy="1193706"/>
          </a:xfrm>
          <a:prstGeom prst="rect">
            <a:avLst/>
          </a:prstGeom>
          <a:noFill/>
        </p:spPr>
        <p:txBody>
          <a:bodyPr wrap="square" lIns="0" rtlCol="0" anchor="t" anchorCtr="0">
            <a:noAutofit/>
          </a:bodyPr>
          <a:lstStyle>
            <a:lvl1pPr marL="0" algn="l">
              <a:lnSpc>
                <a:spcPct val="98000"/>
              </a:lnSpc>
              <a:tabLst>
                <a:tab pos="457200" algn="l"/>
              </a:tabLst>
              <a:defRPr lang="en-US" sz="3400" u="sng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l"/>
            <a:r>
              <a:rPr lang="en-US"/>
              <a:t>Click to add title</a:t>
            </a:r>
            <a:br>
              <a:rPr lang="en-US"/>
            </a:br>
            <a:r>
              <a:rPr lang="en-US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242250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1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WithLogo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úmero de diapositiva">
            <a:extLst>
              <a:ext uri="{FF2B5EF4-FFF2-40B4-BE49-F238E27FC236}">
                <a16:creationId xmlns:a16="http://schemas.microsoft.com/office/drawing/2014/main" id="{88045FC2-ACF0-2AD7-F009-684BCEAF530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37573" y="4828859"/>
            <a:ext cx="301640" cy="170093"/>
          </a:xfrm>
          <a:prstGeom prst="rect">
            <a:avLst/>
          </a:prstGeom>
        </p:spPr>
        <p:txBody>
          <a:bodyPr/>
          <a:lstStyle>
            <a:lvl1pPr>
              <a:defRPr sz="525">
                <a:latin typeface="Tenorite" pitchFamily="2" charset="0"/>
              </a:defRPr>
            </a:lvl1pPr>
          </a:lstStyle>
          <a:p>
            <a:fld id="{86CB4B4D-7CA3-9044-876B-883B54F8677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44628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019" y="256032"/>
            <a:ext cx="3200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19" y="1248937"/>
            <a:ext cx="8627806" cy="3484555"/>
          </a:xfrm>
          <a:prstGeom prst="rect">
            <a:avLst/>
          </a:prstGeom>
        </p:spPr>
        <p:txBody>
          <a:bodyPr lIns="45720" tIns="45720" rIns="45720" bIns="4572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0" name="Group 109"/>
          <p:cNvGrpSpPr/>
          <p:nvPr userDrawn="1"/>
        </p:nvGrpSpPr>
        <p:grpSpPr>
          <a:xfrm>
            <a:off x="4006715" y="-155461"/>
            <a:ext cx="152400" cy="122115"/>
            <a:chOff x="7983415" y="6582508"/>
            <a:chExt cx="152400" cy="486507"/>
          </a:xfrm>
        </p:grpSpPr>
        <p:cxnSp>
          <p:nvCxnSpPr>
            <p:cNvPr id="111" name="Straight Connector 11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 userDrawn="1"/>
        </p:nvGrpSpPr>
        <p:grpSpPr>
          <a:xfrm>
            <a:off x="3540588" y="-155461"/>
            <a:ext cx="152400" cy="122115"/>
            <a:chOff x="7983415" y="6582508"/>
            <a:chExt cx="152400" cy="486507"/>
          </a:xfrm>
        </p:grpSpPr>
        <p:cxnSp>
          <p:nvCxnSpPr>
            <p:cNvPr id="114" name="Straight Connector 11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 userDrawn="1"/>
        </p:nvGrpSpPr>
        <p:grpSpPr>
          <a:xfrm>
            <a:off x="3074461" y="-155461"/>
            <a:ext cx="152400" cy="122115"/>
            <a:chOff x="7983415" y="6582508"/>
            <a:chExt cx="152400" cy="486507"/>
          </a:xfrm>
        </p:grpSpPr>
        <p:cxnSp>
          <p:nvCxnSpPr>
            <p:cNvPr id="117" name="Straight Connector 11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/>
          <p:cNvGrpSpPr/>
          <p:nvPr userDrawn="1"/>
        </p:nvGrpSpPr>
        <p:grpSpPr>
          <a:xfrm>
            <a:off x="2608334" y="-155461"/>
            <a:ext cx="152400" cy="122115"/>
            <a:chOff x="7983415" y="6582508"/>
            <a:chExt cx="152400" cy="486507"/>
          </a:xfrm>
        </p:grpSpPr>
        <p:cxnSp>
          <p:nvCxnSpPr>
            <p:cNvPr id="120" name="Straight Connector 11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 userDrawn="1"/>
        </p:nvGrpSpPr>
        <p:grpSpPr>
          <a:xfrm>
            <a:off x="2142207" y="-155461"/>
            <a:ext cx="152400" cy="122115"/>
            <a:chOff x="7983415" y="6582508"/>
            <a:chExt cx="152400" cy="486507"/>
          </a:xfrm>
        </p:grpSpPr>
        <p:cxnSp>
          <p:nvCxnSpPr>
            <p:cNvPr id="123" name="Straight Connector 1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 userDrawn="1"/>
        </p:nvGrpSpPr>
        <p:grpSpPr>
          <a:xfrm>
            <a:off x="1676080" y="-155461"/>
            <a:ext cx="152400" cy="122115"/>
            <a:chOff x="7983415" y="6582508"/>
            <a:chExt cx="152400" cy="486507"/>
          </a:xfrm>
        </p:grpSpPr>
        <p:cxnSp>
          <p:nvCxnSpPr>
            <p:cNvPr id="126" name="Straight Connector 12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9" name="Straight Connector 168"/>
          <p:cNvCxnSpPr/>
          <p:nvPr userDrawn="1"/>
        </p:nvCxnSpPr>
        <p:spPr>
          <a:xfrm>
            <a:off x="430099" y="-155461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Group 169"/>
          <p:cNvGrpSpPr/>
          <p:nvPr userDrawn="1"/>
        </p:nvGrpSpPr>
        <p:grpSpPr>
          <a:xfrm>
            <a:off x="743826" y="-155461"/>
            <a:ext cx="152400" cy="122115"/>
            <a:chOff x="7983415" y="6582508"/>
            <a:chExt cx="152400" cy="486507"/>
          </a:xfrm>
        </p:grpSpPr>
        <p:cxnSp>
          <p:nvCxnSpPr>
            <p:cNvPr id="171" name="Straight Connector 17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 userDrawn="1"/>
        </p:nvGrpSpPr>
        <p:grpSpPr>
          <a:xfrm>
            <a:off x="1209953" y="-155461"/>
            <a:ext cx="152400" cy="122115"/>
            <a:chOff x="7983415" y="6582508"/>
            <a:chExt cx="152400" cy="486507"/>
          </a:xfrm>
        </p:grpSpPr>
        <p:cxnSp>
          <p:nvCxnSpPr>
            <p:cNvPr id="177" name="Straight Connector 17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Group 232"/>
          <p:cNvGrpSpPr/>
          <p:nvPr userDrawn="1"/>
        </p:nvGrpSpPr>
        <p:grpSpPr>
          <a:xfrm>
            <a:off x="7269604" y="-155461"/>
            <a:ext cx="152400" cy="122115"/>
            <a:chOff x="7983415" y="6582508"/>
            <a:chExt cx="152400" cy="486507"/>
          </a:xfrm>
        </p:grpSpPr>
        <p:cxnSp>
          <p:nvCxnSpPr>
            <p:cNvPr id="234" name="Straight Connector 23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235"/>
          <p:cNvGrpSpPr/>
          <p:nvPr userDrawn="1"/>
        </p:nvGrpSpPr>
        <p:grpSpPr>
          <a:xfrm>
            <a:off x="6803477" y="-155461"/>
            <a:ext cx="152400" cy="122115"/>
            <a:chOff x="7983415" y="6582508"/>
            <a:chExt cx="152400" cy="486507"/>
          </a:xfrm>
        </p:grpSpPr>
        <p:cxnSp>
          <p:nvCxnSpPr>
            <p:cNvPr id="237" name="Straight Connector 23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/>
          <p:cNvGrpSpPr/>
          <p:nvPr userDrawn="1"/>
        </p:nvGrpSpPr>
        <p:grpSpPr>
          <a:xfrm>
            <a:off x="6337350" y="-155461"/>
            <a:ext cx="152400" cy="122115"/>
            <a:chOff x="7983415" y="6582508"/>
            <a:chExt cx="152400" cy="486507"/>
          </a:xfrm>
        </p:grpSpPr>
        <p:cxnSp>
          <p:nvCxnSpPr>
            <p:cNvPr id="240" name="Straight Connector 23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Group 241"/>
          <p:cNvGrpSpPr/>
          <p:nvPr userDrawn="1"/>
        </p:nvGrpSpPr>
        <p:grpSpPr>
          <a:xfrm>
            <a:off x="5871223" y="-155461"/>
            <a:ext cx="152400" cy="122115"/>
            <a:chOff x="7983415" y="6582508"/>
            <a:chExt cx="152400" cy="486507"/>
          </a:xfrm>
        </p:grpSpPr>
        <p:cxnSp>
          <p:nvCxnSpPr>
            <p:cNvPr id="243" name="Straight Connector 24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/>
          <p:cNvGrpSpPr/>
          <p:nvPr userDrawn="1"/>
        </p:nvGrpSpPr>
        <p:grpSpPr>
          <a:xfrm>
            <a:off x="5405096" y="-155461"/>
            <a:ext cx="152400" cy="122115"/>
            <a:chOff x="7983415" y="6582508"/>
            <a:chExt cx="152400" cy="486507"/>
          </a:xfrm>
        </p:grpSpPr>
        <p:cxnSp>
          <p:nvCxnSpPr>
            <p:cNvPr id="246" name="Straight Connector 24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oup 247"/>
          <p:cNvGrpSpPr/>
          <p:nvPr userDrawn="1"/>
        </p:nvGrpSpPr>
        <p:grpSpPr>
          <a:xfrm>
            <a:off x="4938969" y="-155461"/>
            <a:ext cx="152400" cy="122115"/>
            <a:chOff x="7983415" y="6582508"/>
            <a:chExt cx="152400" cy="486507"/>
          </a:xfrm>
        </p:grpSpPr>
        <p:cxnSp>
          <p:nvCxnSpPr>
            <p:cNvPr id="249" name="Straight Connector 24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Group 253"/>
          <p:cNvGrpSpPr/>
          <p:nvPr userDrawn="1"/>
        </p:nvGrpSpPr>
        <p:grpSpPr>
          <a:xfrm>
            <a:off x="4472842" y="-155461"/>
            <a:ext cx="152400" cy="122115"/>
            <a:chOff x="7983415" y="6582508"/>
            <a:chExt cx="152400" cy="486507"/>
          </a:xfrm>
        </p:grpSpPr>
        <p:cxnSp>
          <p:nvCxnSpPr>
            <p:cNvPr id="255" name="Straight Connector 25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8" name="Straight Connector 267"/>
          <p:cNvCxnSpPr/>
          <p:nvPr userDrawn="1"/>
        </p:nvCxnSpPr>
        <p:spPr>
          <a:xfrm>
            <a:off x="8667987" y="-155461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9" name="Group 268"/>
          <p:cNvGrpSpPr/>
          <p:nvPr userDrawn="1"/>
        </p:nvGrpSpPr>
        <p:grpSpPr>
          <a:xfrm>
            <a:off x="8201858" y="-155461"/>
            <a:ext cx="152400" cy="122115"/>
            <a:chOff x="7983415" y="6582508"/>
            <a:chExt cx="152400" cy="486507"/>
          </a:xfrm>
        </p:grpSpPr>
        <p:cxnSp>
          <p:nvCxnSpPr>
            <p:cNvPr id="270" name="Straight Connector 2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Group 271"/>
          <p:cNvGrpSpPr/>
          <p:nvPr userDrawn="1"/>
        </p:nvGrpSpPr>
        <p:grpSpPr>
          <a:xfrm>
            <a:off x="7735731" y="-155461"/>
            <a:ext cx="152400" cy="122115"/>
            <a:chOff x="7983415" y="6582508"/>
            <a:chExt cx="152400" cy="486507"/>
          </a:xfrm>
        </p:grpSpPr>
        <p:cxnSp>
          <p:nvCxnSpPr>
            <p:cNvPr id="273" name="Straight Connector 27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2" name="Group 331"/>
          <p:cNvGrpSpPr/>
          <p:nvPr userDrawn="1"/>
        </p:nvGrpSpPr>
        <p:grpSpPr>
          <a:xfrm>
            <a:off x="4006715" y="5185797"/>
            <a:ext cx="152400" cy="122115"/>
            <a:chOff x="7983415" y="6582508"/>
            <a:chExt cx="152400" cy="486507"/>
          </a:xfrm>
        </p:grpSpPr>
        <p:cxnSp>
          <p:nvCxnSpPr>
            <p:cNvPr id="333" name="Straight Connector 33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5" name="Group 334"/>
          <p:cNvGrpSpPr/>
          <p:nvPr userDrawn="1"/>
        </p:nvGrpSpPr>
        <p:grpSpPr>
          <a:xfrm>
            <a:off x="3540588" y="5185797"/>
            <a:ext cx="152400" cy="122115"/>
            <a:chOff x="7983415" y="6582508"/>
            <a:chExt cx="152400" cy="486507"/>
          </a:xfrm>
        </p:grpSpPr>
        <p:cxnSp>
          <p:nvCxnSpPr>
            <p:cNvPr id="336" name="Straight Connector 33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8" name="Group 337"/>
          <p:cNvGrpSpPr/>
          <p:nvPr userDrawn="1"/>
        </p:nvGrpSpPr>
        <p:grpSpPr>
          <a:xfrm>
            <a:off x="3074461" y="5185797"/>
            <a:ext cx="152400" cy="122115"/>
            <a:chOff x="7983415" y="6582508"/>
            <a:chExt cx="152400" cy="486507"/>
          </a:xfrm>
        </p:grpSpPr>
        <p:cxnSp>
          <p:nvCxnSpPr>
            <p:cNvPr id="339" name="Straight Connector 33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1" name="Group 340"/>
          <p:cNvGrpSpPr/>
          <p:nvPr userDrawn="1"/>
        </p:nvGrpSpPr>
        <p:grpSpPr>
          <a:xfrm>
            <a:off x="2608334" y="5185797"/>
            <a:ext cx="152400" cy="122115"/>
            <a:chOff x="7983415" y="6582508"/>
            <a:chExt cx="152400" cy="486507"/>
          </a:xfrm>
        </p:grpSpPr>
        <p:cxnSp>
          <p:nvCxnSpPr>
            <p:cNvPr id="342" name="Straight Connector 34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/>
          <p:cNvGrpSpPr/>
          <p:nvPr userDrawn="1"/>
        </p:nvGrpSpPr>
        <p:grpSpPr>
          <a:xfrm>
            <a:off x="2142207" y="5185797"/>
            <a:ext cx="152400" cy="122115"/>
            <a:chOff x="7983415" y="6582508"/>
            <a:chExt cx="152400" cy="486507"/>
          </a:xfrm>
        </p:grpSpPr>
        <p:cxnSp>
          <p:nvCxnSpPr>
            <p:cNvPr id="345" name="Straight Connector 34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oup 346"/>
          <p:cNvGrpSpPr/>
          <p:nvPr userDrawn="1"/>
        </p:nvGrpSpPr>
        <p:grpSpPr>
          <a:xfrm>
            <a:off x="1676080" y="5185797"/>
            <a:ext cx="152400" cy="122115"/>
            <a:chOff x="7983415" y="6582508"/>
            <a:chExt cx="152400" cy="486507"/>
          </a:xfrm>
        </p:grpSpPr>
        <p:cxnSp>
          <p:nvCxnSpPr>
            <p:cNvPr id="348" name="Straight Connector 34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0" name="Straight Connector 349"/>
          <p:cNvCxnSpPr/>
          <p:nvPr userDrawn="1"/>
        </p:nvCxnSpPr>
        <p:spPr>
          <a:xfrm>
            <a:off x="430099" y="518579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1" name="Group 350"/>
          <p:cNvGrpSpPr/>
          <p:nvPr userDrawn="1"/>
        </p:nvGrpSpPr>
        <p:grpSpPr>
          <a:xfrm>
            <a:off x="743826" y="5185797"/>
            <a:ext cx="152400" cy="122115"/>
            <a:chOff x="7983415" y="6582508"/>
            <a:chExt cx="152400" cy="486507"/>
          </a:xfrm>
        </p:grpSpPr>
        <p:cxnSp>
          <p:nvCxnSpPr>
            <p:cNvPr id="352" name="Straight Connector 351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4" name="Group 353"/>
          <p:cNvGrpSpPr/>
          <p:nvPr userDrawn="1"/>
        </p:nvGrpSpPr>
        <p:grpSpPr>
          <a:xfrm>
            <a:off x="1209953" y="5185797"/>
            <a:ext cx="152400" cy="122115"/>
            <a:chOff x="7983415" y="6582508"/>
            <a:chExt cx="152400" cy="486507"/>
          </a:xfrm>
        </p:grpSpPr>
        <p:cxnSp>
          <p:nvCxnSpPr>
            <p:cNvPr id="355" name="Straight Connector 354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7" name="Group 356"/>
          <p:cNvGrpSpPr/>
          <p:nvPr userDrawn="1"/>
        </p:nvGrpSpPr>
        <p:grpSpPr>
          <a:xfrm>
            <a:off x="7269604" y="5185797"/>
            <a:ext cx="152400" cy="122115"/>
            <a:chOff x="7983415" y="6582508"/>
            <a:chExt cx="152400" cy="486507"/>
          </a:xfrm>
        </p:grpSpPr>
        <p:cxnSp>
          <p:nvCxnSpPr>
            <p:cNvPr id="358" name="Straight Connector 357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0" name="Group 359"/>
          <p:cNvGrpSpPr/>
          <p:nvPr userDrawn="1"/>
        </p:nvGrpSpPr>
        <p:grpSpPr>
          <a:xfrm>
            <a:off x="6803477" y="5185797"/>
            <a:ext cx="152400" cy="122115"/>
            <a:chOff x="7983415" y="6582508"/>
            <a:chExt cx="152400" cy="486507"/>
          </a:xfrm>
        </p:grpSpPr>
        <p:cxnSp>
          <p:nvCxnSpPr>
            <p:cNvPr id="361" name="Straight Connector 36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3" name="Group 362"/>
          <p:cNvGrpSpPr/>
          <p:nvPr userDrawn="1"/>
        </p:nvGrpSpPr>
        <p:grpSpPr>
          <a:xfrm>
            <a:off x="6337350" y="5185797"/>
            <a:ext cx="152400" cy="122115"/>
            <a:chOff x="7983415" y="6582508"/>
            <a:chExt cx="152400" cy="486507"/>
          </a:xfrm>
        </p:grpSpPr>
        <p:cxnSp>
          <p:nvCxnSpPr>
            <p:cNvPr id="364" name="Straight Connector 36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/>
          <p:cNvGrpSpPr/>
          <p:nvPr userDrawn="1"/>
        </p:nvGrpSpPr>
        <p:grpSpPr>
          <a:xfrm>
            <a:off x="5871223" y="5185797"/>
            <a:ext cx="152400" cy="122115"/>
            <a:chOff x="7983415" y="6582508"/>
            <a:chExt cx="152400" cy="486507"/>
          </a:xfrm>
        </p:grpSpPr>
        <p:cxnSp>
          <p:nvCxnSpPr>
            <p:cNvPr id="367" name="Straight Connector 36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9" name="Group 368"/>
          <p:cNvGrpSpPr/>
          <p:nvPr userDrawn="1"/>
        </p:nvGrpSpPr>
        <p:grpSpPr>
          <a:xfrm>
            <a:off x="5405096" y="5185797"/>
            <a:ext cx="152400" cy="122115"/>
            <a:chOff x="7983415" y="6582508"/>
            <a:chExt cx="152400" cy="486507"/>
          </a:xfrm>
        </p:grpSpPr>
        <p:cxnSp>
          <p:nvCxnSpPr>
            <p:cNvPr id="370" name="Straight Connector 36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2" name="Group 371"/>
          <p:cNvGrpSpPr/>
          <p:nvPr userDrawn="1"/>
        </p:nvGrpSpPr>
        <p:grpSpPr>
          <a:xfrm>
            <a:off x="4938969" y="5185797"/>
            <a:ext cx="152400" cy="122115"/>
            <a:chOff x="7983415" y="6582508"/>
            <a:chExt cx="152400" cy="486507"/>
          </a:xfrm>
        </p:grpSpPr>
        <p:cxnSp>
          <p:nvCxnSpPr>
            <p:cNvPr id="373" name="Straight Connector 37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5" name="Group 374"/>
          <p:cNvGrpSpPr/>
          <p:nvPr userDrawn="1"/>
        </p:nvGrpSpPr>
        <p:grpSpPr>
          <a:xfrm>
            <a:off x="4472842" y="5185797"/>
            <a:ext cx="152400" cy="122115"/>
            <a:chOff x="7983415" y="6582508"/>
            <a:chExt cx="152400" cy="486507"/>
          </a:xfrm>
        </p:grpSpPr>
        <p:cxnSp>
          <p:nvCxnSpPr>
            <p:cNvPr id="376" name="Straight Connector 37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8" name="Straight Connector 377"/>
          <p:cNvCxnSpPr/>
          <p:nvPr userDrawn="1"/>
        </p:nvCxnSpPr>
        <p:spPr>
          <a:xfrm>
            <a:off x="8667987" y="5185797"/>
            <a:ext cx="0" cy="122115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9" name="Group 378"/>
          <p:cNvGrpSpPr/>
          <p:nvPr userDrawn="1"/>
        </p:nvGrpSpPr>
        <p:grpSpPr>
          <a:xfrm>
            <a:off x="8201858" y="5185797"/>
            <a:ext cx="152400" cy="122115"/>
            <a:chOff x="7983415" y="6582508"/>
            <a:chExt cx="152400" cy="486507"/>
          </a:xfrm>
        </p:grpSpPr>
        <p:cxnSp>
          <p:nvCxnSpPr>
            <p:cNvPr id="380" name="Straight Connector 37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Group 381"/>
          <p:cNvGrpSpPr/>
          <p:nvPr userDrawn="1"/>
        </p:nvGrpSpPr>
        <p:grpSpPr>
          <a:xfrm>
            <a:off x="7735731" y="5185797"/>
            <a:ext cx="152400" cy="122115"/>
            <a:chOff x="7983415" y="6582508"/>
            <a:chExt cx="152400" cy="486507"/>
          </a:xfrm>
        </p:grpSpPr>
        <p:cxnSp>
          <p:nvCxnSpPr>
            <p:cNvPr id="383" name="Straight Connector 38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0" name="Group 409"/>
          <p:cNvGrpSpPr/>
          <p:nvPr userDrawn="1"/>
        </p:nvGrpSpPr>
        <p:grpSpPr>
          <a:xfrm rot="5400000">
            <a:off x="-174784" y="4555298"/>
            <a:ext cx="152400" cy="122115"/>
            <a:chOff x="7983415" y="6582508"/>
            <a:chExt cx="152400" cy="486507"/>
          </a:xfrm>
        </p:grpSpPr>
        <p:cxnSp>
          <p:nvCxnSpPr>
            <p:cNvPr id="411" name="Straight Connector 410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/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3" name="Group 412"/>
          <p:cNvGrpSpPr/>
          <p:nvPr userDrawn="1"/>
        </p:nvGrpSpPr>
        <p:grpSpPr>
          <a:xfrm rot="5400000">
            <a:off x="-174784" y="4085124"/>
            <a:ext cx="152400" cy="122115"/>
            <a:chOff x="7983415" y="6582508"/>
            <a:chExt cx="152400" cy="486507"/>
          </a:xfrm>
        </p:grpSpPr>
        <p:cxnSp>
          <p:nvCxnSpPr>
            <p:cNvPr id="414" name="Straight Connector 413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6" name="Group 415"/>
          <p:cNvGrpSpPr/>
          <p:nvPr userDrawn="1"/>
        </p:nvGrpSpPr>
        <p:grpSpPr>
          <a:xfrm rot="5400000">
            <a:off x="-174784" y="3614950"/>
            <a:ext cx="152400" cy="122115"/>
            <a:chOff x="7983415" y="6582508"/>
            <a:chExt cx="152400" cy="486507"/>
          </a:xfrm>
        </p:grpSpPr>
        <p:cxnSp>
          <p:nvCxnSpPr>
            <p:cNvPr id="417" name="Straight Connector 416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" name="Group 418"/>
          <p:cNvGrpSpPr/>
          <p:nvPr userDrawn="1"/>
        </p:nvGrpSpPr>
        <p:grpSpPr>
          <a:xfrm rot="5400000">
            <a:off x="-174784" y="3144776"/>
            <a:ext cx="152400" cy="122115"/>
            <a:chOff x="7983415" y="6582508"/>
            <a:chExt cx="152400" cy="486507"/>
          </a:xfrm>
        </p:grpSpPr>
        <p:cxnSp>
          <p:nvCxnSpPr>
            <p:cNvPr id="420" name="Straight Connector 419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2" name="Group 421"/>
          <p:cNvGrpSpPr/>
          <p:nvPr userDrawn="1"/>
        </p:nvGrpSpPr>
        <p:grpSpPr>
          <a:xfrm rot="5400000">
            <a:off x="-174784" y="2674602"/>
            <a:ext cx="152400" cy="122115"/>
            <a:chOff x="7983415" y="6582508"/>
            <a:chExt cx="152400" cy="486507"/>
          </a:xfrm>
        </p:grpSpPr>
        <p:cxnSp>
          <p:nvCxnSpPr>
            <p:cNvPr id="423" name="Straight Connector 422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5" name="Group 424"/>
          <p:cNvGrpSpPr/>
          <p:nvPr userDrawn="1"/>
        </p:nvGrpSpPr>
        <p:grpSpPr>
          <a:xfrm rot="5400000">
            <a:off x="-174784" y="2204428"/>
            <a:ext cx="152400" cy="122115"/>
            <a:chOff x="7983415" y="6582508"/>
            <a:chExt cx="152400" cy="486507"/>
          </a:xfrm>
        </p:grpSpPr>
        <p:cxnSp>
          <p:nvCxnSpPr>
            <p:cNvPr id="426" name="Straight Connector 425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8" name="Group 427"/>
          <p:cNvGrpSpPr/>
          <p:nvPr userDrawn="1"/>
        </p:nvGrpSpPr>
        <p:grpSpPr>
          <a:xfrm rot="5400000">
            <a:off x="-174784" y="1734254"/>
            <a:ext cx="152400" cy="122115"/>
            <a:chOff x="7983415" y="6582508"/>
            <a:chExt cx="152400" cy="486507"/>
          </a:xfrm>
        </p:grpSpPr>
        <p:cxnSp>
          <p:nvCxnSpPr>
            <p:cNvPr id="429" name="Straight Connector 428"/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/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4" name="Straight Connector 463"/>
          <p:cNvCxnSpPr/>
          <p:nvPr userDrawn="1"/>
        </p:nvCxnSpPr>
        <p:spPr>
          <a:xfrm>
            <a:off x="9144000" y="4874986"/>
            <a:ext cx="164592" cy="0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/>
          <p:cNvCxnSpPr/>
          <p:nvPr userDrawn="1"/>
        </p:nvCxnSpPr>
        <p:spPr>
          <a:xfrm>
            <a:off x="9144000" y="241074"/>
            <a:ext cx="164592" cy="0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/>
          <p:cNvCxnSpPr/>
          <p:nvPr userDrawn="1"/>
        </p:nvCxnSpPr>
        <p:spPr>
          <a:xfrm>
            <a:off x="-187326" y="4871811"/>
            <a:ext cx="164592" cy="0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/>
          <p:cNvCxnSpPr/>
          <p:nvPr userDrawn="1"/>
        </p:nvCxnSpPr>
        <p:spPr>
          <a:xfrm>
            <a:off x="-184150" y="241074"/>
            <a:ext cx="164592" cy="0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/>
          <p:cNvCxnSpPr/>
          <p:nvPr userDrawn="1"/>
        </p:nvCxnSpPr>
        <p:spPr>
          <a:xfrm>
            <a:off x="8886825" y="-194346"/>
            <a:ext cx="0" cy="164592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/>
          <p:cNvCxnSpPr/>
          <p:nvPr userDrawn="1"/>
        </p:nvCxnSpPr>
        <p:spPr>
          <a:xfrm>
            <a:off x="260350" y="-187203"/>
            <a:ext cx="0" cy="164592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/>
          <p:cNvCxnSpPr/>
          <p:nvPr userDrawn="1"/>
        </p:nvCxnSpPr>
        <p:spPr>
          <a:xfrm>
            <a:off x="8887619" y="5131369"/>
            <a:ext cx="0" cy="164592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/>
          <p:cNvCxnSpPr/>
          <p:nvPr userDrawn="1"/>
        </p:nvCxnSpPr>
        <p:spPr>
          <a:xfrm>
            <a:off x="260350" y="5128988"/>
            <a:ext cx="0" cy="164592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5F83E5F-1584-418E-AB32-686B252559C4}"/>
              </a:ext>
            </a:extLst>
          </p:cNvPr>
          <p:cNvGrpSpPr/>
          <p:nvPr userDrawn="1"/>
        </p:nvGrpSpPr>
        <p:grpSpPr>
          <a:xfrm rot="5400000">
            <a:off x="-174785" y="483497"/>
            <a:ext cx="152400" cy="122115"/>
            <a:chOff x="7983415" y="6582508"/>
            <a:chExt cx="152400" cy="486507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7B97FE4-6907-4D19-80E2-B08795F8E268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57A6D41-0871-4DCF-AB73-960B92AC3FB4}"/>
                </a:ext>
              </a:extLst>
            </p:cNvPr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52D6863-EDD4-4B25-AC64-D536AEC5F7D3}"/>
              </a:ext>
            </a:extLst>
          </p:cNvPr>
          <p:cNvGrpSpPr/>
          <p:nvPr userDrawn="1"/>
        </p:nvGrpSpPr>
        <p:grpSpPr>
          <a:xfrm rot="5400000">
            <a:off x="-174785" y="1423845"/>
            <a:ext cx="152400" cy="122115"/>
            <a:chOff x="7983415" y="6582508"/>
            <a:chExt cx="152400" cy="486507"/>
          </a:xfrm>
        </p:grpSpPr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43FA92A-8FD9-4BAD-B44B-7432A014D553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A3D7BA3-06F2-441F-A966-E0C0FE008D44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43A3299-C348-4767-B606-C5FA8A936C27}"/>
              </a:ext>
            </a:extLst>
          </p:cNvPr>
          <p:cNvGrpSpPr/>
          <p:nvPr userDrawn="1"/>
        </p:nvGrpSpPr>
        <p:grpSpPr>
          <a:xfrm rot="5400000">
            <a:off x="-174785" y="953671"/>
            <a:ext cx="152400" cy="122115"/>
            <a:chOff x="7983415" y="6582508"/>
            <a:chExt cx="152400" cy="486507"/>
          </a:xfrm>
        </p:grpSpPr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2100A1E-28D5-443B-A19E-2310B6C2174C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098A4DB2-1491-46C6-827C-8B62FD030E02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E2B4BD0-6636-4728-8B3D-ADEC99C16D31}"/>
              </a:ext>
            </a:extLst>
          </p:cNvPr>
          <p:cNvGrpSpPr/>
          <p:nvPr userDrawn="1"/>
        </p:nvGrpSpPr>
        <p:grpSpPr>
          <a:xfrm rot="5400000">
            <a:off x="9136485" y="4555299"/>
            <a:ext cx="152400" cy="122115"/>
            <a:chOff x="7983415" y="6582508"/>
            <a:chExt cx="152400" cy="486507"/>
          </a:xfrm>
        </p:grpSpPr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AB60D28-117E-409C-A136-1DBF60BA90C7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641FD56-909C-4A84-89E3-D29C477936DB}"/>
                </a:ext>
              </a:extLst>
            </p:cNvPr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3E6A41A-8978-4303-93F3-613B03ED32B4}"/>
              </a:ext>
            </a:extLst>
          </p:cNvPr>
          <p:cNvGrpSpPr/>
          <p:nvPr userDrawn="1"/>
        </p:nvGrpSpPr>
        <p:grpSpPr>
          <a:xfrm rot="5400000">
            <a:off x="9136485" y="4085125"/>
            <a:ext cx="152400" cy="122115"/>
            <a:chOff x="7983415" y="6582508"/>
            <a:chExt cx="152400" cy="486507"/>
          </a:xfrm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ECA738CC-4591-4E58-A82B-FC45FA8357A1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86AF7FC9-16F9-4DE9-91C2-1EF8443DC4AF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20BBA68-6EF9-47E3-9A06-67C2E90755B7}"/>
              </a:ext>
            </a:extLst>
          </p:cNvPr>
          <p:cNvGrpSpPr/>
          <p:nvPr userDrawn="1"/>
        </p:nvGrpSpPr>
        <p:grpSpPr>
          <a:xfrm rot="5400000">
            <a:off x="9136485" y="3614951"/>
            <a:ext cx="152400" cy="122115"/>
            <a:chOff x="7983415" y="6582508"/>
            <a:chExt cx="152400" cy="486507"/>
          </a:xfrm>
        </p:grpSpPr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C5CA2BF-F4F8-4264-8B0C-0FADD8246FF3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18B65DC1-6F9B-4CC5-A0E2-A7CE9C06DDC8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2819C52-F4FF-4650-A6C1-2AA769CD85C0}"/>
              </a:ext>
            </a:extLst>
          </p:cNvPr>
          <p:cNvGrpSpPr/>
          <p:nvPr userDrawn="1"/>
        </p:nvGrpSpPr>
        <p:grpSpPr>
          <a:xfrm rot="5400000">
            <a:off x="9136485" y="3144777"/>
            <a:ext cx="152400" cy="122115"/>
            <a:chOff x="7983415" y="6582508"/>
            <a:chExt cx="152400" cy="486507"/>
          </a:xfrm>
        </p:grpSpPr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B8BFE1A2-E3DE-4CFE-AD19-CE62C8E7CE72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EA06674-129F-47B9-8D9E-A95FAC5BE7BC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EFEB541-DF06-4A78-AD8F-7E7036227BBC}"/>
              </a:ext>
            </a:extLst>
          </p:cNvPr>
          <p:cNvGrpSpPr/>
          <p:nvPr userDrawn="1"/>
        </p:nvGrpSpPr>
        <p:grpSpPr>
          <a:xfrm rot="5400000">
            <a:off x="9136485" y="2674603"/>
            <a:ext cx="152400" cy="122115"/>
            <a:chOff x="7983415" y="6582508"/>
            <a:chExt cx="152400" cy="486507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FF4647B-0EA6-4DA6-ACF8-D7A297A03A3D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5DADA63-7EAC-4ADE-A102-354C00940745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A476E04-B54A-425D-8F2C-0BDB5D9F7F14}"/>
              </a:ext>
            </a:extLst>
          </p:cNvPr>
          <p:cNvGrpSpPr/>
          <p:nvPr userDrawn="1"/>
        </p:nvGrpSpPr>
        <p:grpSpPr>
          <a:xfrm rot="5400000">
            <a:off x="9136485" y="2204429"/>
            <a:ext cx="152400" cy="122115"/>
            <a:chOff x="7983415" y="6582508"/>
            <a:chExt cx="152400" cy="486507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167C050-C59D-45D6-AFCB-F337EA4A15E8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84EE3FF-1DC0-4EE9-A3B5-F3264D8E5674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11B0E357-729C-435E-B819-F50FF8C46F58}"/>
              </a:ext>
            </a:extLst>
          </p:cNvPr>
          <p:cNvGrpSpPr/>
          <p:nvPr userDrawn="1"/>
        </p:nvGrpSpPr>
        <p:grpSpPr>
          <a:xfrm rot="5400000">
            <a:off x="9136485" y="1734255"/>
            <a:ext cx="152400" cy="122115"/>
            <a:chOff x="7983415" y="6582508"/>
            <a:chExt cx="152400" cy="486507"/>
          </a:xfrm>
        </p:grpSpPr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8929BEA-8529-48BC-B27A-6E5314E20613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00CE15E-70BF-48E0-A2C9-4E55ABA16A79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2188881-662D-45BA-BEB2-9498CBC24C3F}"/>
              </a:ext>
            </a:extLst>
          </p:cNvPr>
          <p:cNvGrpSpPr/>
          <p:nvPr userDrawn="1"/>
        </p:nvGrpSpPr>
        <p:grpSpPr>
          <a:xfrm rot="5400000">
            <a:off x="9136485" y="483498"/>
            <a:ext cx="152400" cy="122115"/>
            <a:chOff x="7983415" y="6582508"/>
            <a:chExt cx="152400" cy="486507"/>
          </a:xfrm>
        </p:grpSpPr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222BF96C-1E11-4233-88D5-FB831C9DDDF1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2304F9B-CADD-4E53-BC52-E1178D09F694}"/>
                </a:ext>
              </a:extLst>
            </p:cNvPr>
            <p:cNvCxnSpPr/>
            <p:nvPr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5C9C9F40-BA73-4F0F-84AE-96B9F7AE2EA9}"/>
              </a:ext>
            </a:extLst>
          </p:cNvPr>
          <p:cNvGrpSpPr/>
          <p:nvPr userDrawn="1"/>
        </p:nvGrpSpPr>
        <p:grpSpPr>
          <a:xfrm rot="5400000">
            <a:off x="9136485" y="1423846"/>
            <a:ext cx="152400" cy="122115"/>
            <a:chOff x="7983415" y="6582508"/>
            <a:chExt cx="152400" cy="486507"/>
          </a:xfrm>
        </p:grpSpPr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20A52A5-77EB-4BC6-95CB-53DE3C0C3D3A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3879CAFE-BA43-469C-868A-62BDBCF1A8D9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EE846E6-43A5-4D07-B942-428F70C264D2}"/>
              </a:ext>
            </a:extLst>
          </p:cNvPr>
          <p:cNvGrpSpPr/>
          <p:nvPr userDrawn="1"/>
        </p:nvGrpSpPr>
        <p:grpSpPr>
          <a:xfrm rot="5400000">
            <a:off x="9136485" y="953672"/>
            <a:ext cx="152400" cy="122115"/>
            <a:chOff x="7983415" y="6582508"/>
            <a:chExt cx="152400" cy="486507"/>
          </a:xfrm>
        </p:grpSpPr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61FE6C1D-8F02-4451-9FAC-6B83F9796C1D}"/>
                </a:ext>
              </a:extLst>
            </p:cNvPr>
            <p:cNvCxnSpPr/>
            <p:nvPr userDrawn="1"/>
          </p:nvCxnSpPr>
          <p:spPr>
            <a:xfrm>
              <a:off x="81358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73D3BD2C-5025-40B4-BBD1-9C734CBD9061}"/>
                </a:ext>
              </a:extLst>
            </p:cNvPr>
            <p:cNvCxnSpPr/>
            <p:nvPr userDrawn="1"/>
          </p:nvCxnSpPr>
          <p:spPr>
            <a:xfrm>
              <a:off x="7983415" y="6582508"/>
              <a:ext cx="0" cy="48650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MSIPCMContentMarking" descr="{&quot;HashCode&quot;:714765064,&quot;Placement&quot;:&quot;Footer&quot;,&quot;Top&quot;:384.343,&quot;Left&quot;:0.0,&quot;SlideWidth&quot;:720,&quot;SlideHeight&quot;:405}">
            <a:extLst>
              <a:ext uri="{FF2B5EF4-FFF2-40B4-BE49-F238E27FC236}">
                <a16:creationId xmlns:a16="http://schemas.microsoft.com/office/drawing/2014/main" id="{09DD84A2-9770-0144-10C4-6B70055EFBD3}"/>
              </a:ext>
            </a:extLst>
          </p:cNvPr>
          <p:cNvSpPr txBox="1"/>
          <p:nvPr userDrawn="1"/>
        </p:nvSpPr>
        <p:spPr>
          <a:xfrm>
            <a:off x="0" y="4881156"/>
            <a:ext cx="156903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000">
                <a:solidFill>
                  <a:srgbClr val="0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Personal - Individual Use</a:t>
            </a:r>
          </a:p>
        </p:txBody>
      </p:sp>
    </p:spTree>
    <p:extLst>
      <p:ext uri="{BB962C8B-B14F-4D97-AF65-F5344CB8AC3E}">
        <p14:creationId xmlns:p14="http://schemas.microsoft.com/office/powerpoint/2010/main" val="183921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</p:sldLayoutIdLst>
  <p:hf sldNum="0" hdr="0" dt="0"/>
  <p:txStyles>
    <p:titleStyle>
      <a:lvl1pPr marL="0" algn="l" defTabSz="457200" rtl="0" eaLnBrk="1" latinLnBrk="0" hangingPunct="1">
        <a:lnSpc>
          <a:spcPct val="98000"/>
        </a:lnSpc>
        <a:spcBef>
          <a:spcPct val="0"/>
        </a:spcBef>
        <a:buNone/>
        <a:tabLst>
          <a:tab pos="457200" algn="l"/>
        </a:tabLst>
        <a:defRPr lang="en-US" sz="2600" b="1" u="sng" kern="1200" dirty="0">
          <a:solidFill>
            <a:schemeClr val="tx2"/>
          </a:solidFill>
          <a:latin typeface="+mj-lt"/>
          <a:ea typeface="+mn-ea"/>
          <a:cs typeface="Arial"/>
        </a:defRPr>
      </a:lvl1pPr>
    </p:titleStyle>
    <p:bodyStyle>
      <a:lvl1pPr marL="231775" indent="-231775" algn="l" defTabSz="457200" rtl="0" eaLnBrk="1" latinLnBrk="0" hangingPunct="1">
        <a:spcBef>
          <a:spcPts val="600"/>
        </a:spcBef>
        <a:buClr>
          <a:srgbClr val="00B0F0"/>
        </a:buClr>
        <a:buFont typeface="Arial" panose="020B0604020202020204" pitchFamily="34" charset="0"/>
        <a:buChar char="•"/>
        <a:defRPr kumimoji="0" lang="en-US" sz="20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spcBef>
          <a:spcPts val="600"/>
        </a:spcBef>
        <a:buClr>
          <a:srgbClr val="00B0F0"/>
        </a:buClr>
        <a:buFont typeface="Arial" charset="0"/>
        <a:buChar char="•"/>
        <a:defRPr kumimoji="0" lang="en-US" sz="18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+mn-lt"/>
          <a:ea typeface="+mn-ea"/>
          <a:cs typeface="+mn-cs"/>
        </a:defRPr>
      </a:lvl2pPr>
      <a:lvl3pPr marL="1085850" indent="-171450" algn="l" defTabSz="457200" rtl="0" eaLnBrk="1" latinLnBrk="0" hangingPunct="1">
        <a:spcBef>
          <a:spcPts val="600"/>
        </a:spcBef>
        <a:buClr>
          <a:srgbClr val="00B0F0"/>
        </a:buClr>
        <a:buFont typeface="Arial" charset="0"/>
        <a:buChar char="•"/>
        <a:defRPr kumimoji="0" lang="en-US" sz="12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600"/>
        </a:spcBef>
        <a:buClr>
          <a:srgbClr val="00B0F0"/>
        </a:buClr>
        <a:buFont typeface="Arial" charset="0"/>
        <a:buChar char="•"/>
        <a:defRPr kumimoji="0" lang="en-US" sz="1100" b="0" i="0" u="none" strike="noStrike" kern="1200" cap="none" spc="0" normalizeH="0" baseline="0" noProof="0" dirty="0" smtClean="0">
          <a:ln>
            <a:noFill/>
          </a:ln>
          <a:solidFill>
            <a:schemeClr val="accent2"/>
          </a:solidFill>
          <a:effectLst/>
          <a:uLnTx/>
          <a:uFillTx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600"/>
        </a:spcBef>
        <a:buClr>
          <a:srgbClr val="00B0F0"/>
        </a:buClr>
        <a:buFont typeface="Arial" charset="0"/>
        <a:buChar char="•"/>
        <a:defRPr kumimoji="0" lang="en-US" sz="1050" b="0" i="0" u="none" strike="noStrike" kern="1200" cap="none" spc="0" normalizeH="0" baseline="0" noProof="0" dirty="0">
          <a:ln>
            <a:noFill/>
          </a:ln>
          <a:solidFill>
            <a:schemeClr val="accent2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B39308-9BC5-25CE-E0E5-6E8AB9E1B3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586233AE-9169-D2E8-D914-E411F68AB13F}"/>
              </a:ext>
            </a:extLst>
          </p:cNvPr>
          <p:cNvSpPr/>
          <p:nvPr/>
        </p:nvSpPr>
        <p:spPr>
          <a:xfrm rot="5400000">
            <a:off x="0" y="2433252"/>
            <a:ext cx="5143500" cy="276997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55401"/>
                </a:schemeClr>
              </a:gs>
            </a:gsLst>
            <a:lin ang="5400000" scaled="1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4289" tIns="34289" rIns="34289" bIns="34289" numCol="1" spcCol="38100" rtlCol="0" anchor="ctr">
            <a:spAutoFit/>
          </a:bodyPr>
          <a:lstStyle/>
          <a:p>
            <a:pPr hangingPunct="0">
              <a:defRPr/>
            </a:pPr>
            <a:endParaRPr lang="en-AR" kern="0">
              <a:solidFill>
                <a:srgbClr val="000000"/>
              </a:solidFill>
              <a:latin typeface="Calibri" panose="020F0502020204030204"/>
              <a:sym typeface="Tenorite Regular"/>
            </a:endParaRPr>
          </a:p>
        </p:txBody>
      </p:sp>
      <p:pic>
        <p:nvPicPr>
          <p:cNvPr id="5" name="Graphic 10">
            <a:extLst>
              <a:ext uri="{FF2B5EF4-FFF2-40B4-BE49-F238E27FC236}">
                <a16:creationId xmlns:a16="http://schemas.microsoft.com/office/drawing/2014/main" id="{01891D8D-F543-45A4-3A76-54156B0388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7008" y="-73398"/>
            <a:ext cx="928358" cy="9283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397A255-C593-4269-6973-296205FDE1EA}"/>
              </a:ext>
            </a:extLst>
          </p:cNvPr>
          <p:cNvSpPr txBox="1">
            <a:spLocks/>
          </p:cNvSpPr>
          <p:nvPr/>
        </p:nvSpPr>
        <p:spPr>
          <a:xfrm>
            <a:off x="252413" y="2285219"/>
            <a:ext cx="8385160" cy="6453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b="1" kern="1200">
                <a:solidFill>
                  <a:schemeClr val="bg1"/>
                </a:solidFill>
                <a:latin typeface="Tenorite" pitchFamily="2" charset="0"/>
                <a:ea typeface="+mj-ea"/>
                <a:cs typeface="+mj-cs"/>
              </a:defRPr>
            </a:lvl1pPr>
          </a:lstStyle>
          <a:p>
            <a:pPr defTabSz="685800">
              <a:defRPr/>
            </a:pPr>
            <a:r>
              <a:rPr lang="en-US" sz="5400">
                <a:solidFill>
                  <a:prstClr val="white"/>
                </a:solidFill>
                <a:sym typeface="Tenorite Regular"/>
              </a:rPr>
              <a:t>Data Migration Strategy</a:t>
            </a:r>
            <a:endParaRPr lang="en-AR" sz="5400">
              <a:solidFill>
                <a:prstClr val="white"/>
              </a:solidFill>
              <a:sym typeface="Tenorite Regular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678A009-04F0-F3A9-0D73-16A75FBFBE63}"/>
              </a:ext>
            </a:extLst>
          </p:cNvPr>
          <p:cNvSpPr txBox="1">
            <a:spLocks/>
          </p:cNvSpPr>
          <p:nvPr/>
        </p:nvSpPr>
        <p:spPr>
          <a:xfrm>
            <a:off x="728663" y="3424123"/>
            <a:ext cx="4952343" cy="2724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Tenorite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enorite" pitchFamily="2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800">
              <a:spcBef>
                <a:spcPts val="750"/>
              </a:spcBef>
              <a:defRPr/>
            </a:pPr>
            <a:endParaRPr lang="en-US" sz="1400" dirty="0">
              <a:solidFill>
                <a:prstClr val="white"/>
              </a:solidFill>
              <a:sym typeface="Tenorite Regular"/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A728C560-362E-24C7-DA02-AA9DEB8409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8113" y="-1028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289700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DDB53-BAD8-0D18-62E6-4AA606C7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B894B7B7-23EC-F78D-692D-D0613409759F}"/>
              </a:ext>
            </a:extLst>
          </p:cNvPr>
          <p:cNvSpPr txBox="1">
            <a:spLocks/>
          </p:cNvSpPr>
          <p:nvPr/>
        </p:nvSpPr>
        <p:spPr>
          <a:xfrm>
            <a:off x="191029" y="0"/>
            <a:ext cx="8952971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algn="l" defTabSz="457200" rtl="0" eaLnBrk="1" latinLnBrk="0" hangingPunct="1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lang="en-US" sz="3400" b="1" u="sng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000">
                <a:latin typeface="Century Gothic"/>
                <a:cs typeface="Arial"/>
              </a:rPr>
              <a:t>Agenda – 1st Half</a:t>
            </a:r>
            <a:endParaRPr lang="en-US" sz="3000">
              <a:latin typeface="Century Gothic" panose="020B0502020202020204" pitchFamily="34" charset="0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FE37430-A216-FC7E-5B35-1FFE56F8ACDE}"/>
              </a:ext>
            </a:extLst>
          </p:cNvPr>
          <p:cNvSpPr txBox="1">
            <a:spLocks/>
          </p:cNvSpPr>
          <p:nvPr/>
        </p:nvSpPr>
        <p:spPr>
          <a:xfrm>
            <a:off x="372965" y="790222"/>
            <a:ext cx="8398071" cy="109804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2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</a:rPr>
              <a:t>Confirm the High-Level Requirements</a:t>
            </a:r>
            <a:endParaRPr lang="en-US"/>
          </a:p>
          <a:p>
            <a:pPr marL="285750" indent="-285750">
              <a:spcAft>
                <a:spcPts val="12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</a:rPr>
              <a:t>Data Migration process</a:t>
            </a:r>
          </a:p>
          <a:p>
            <a:pPr marL="285750" indent="-285750">
              <a:spcAft>
                <a:spcPts val="12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</a:rPr>
              <a:t>Cut-Over Approach</a:t>
            </a:r>
          </a:p>
          <a:p>
            <a:pPr marL="285750" indent="-285750">
              <a:spcAft>
                <a:spcPts val="1200"/>
              </a:spcAft>
              <a:buSzPct val="125000"/>
              <a:buFont typeface="Wingdings" panose="05000000000000000000" pitchFamily="2" charset="2"/>
              <a:buChar char="§"/>
            </a:pPr>
            <a:endParaRPr lang="en-US" sz="1400">
              <a:solidFill>
                <a:srgbClr val="002060"/>
              </a:solidFill>
              <a:latin typeface="Century Gothic"/>
            </a:endParaRPr>
          </a:p>
          <a:p>
            <a:pPr>
              <a:spcAft>
                <a:spcPts val="1200"/>
              </a:spcAft>
              <a:buSzPct val="125000"/>
            </a:pPr>
            <a:endParaRPr lang="en-US" sz="140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4515A-5B3C-20CE-BA81-F07962265F09}"/>
              </a:ext>
            </a:extLst>
          </p:cNvPr>
          <p:cNvSpPr txBox="1"/>
          <p:nvPr/>
        </p:nvSpPr>
        <p:spPr>
          <a:xfrm>
            <a:off x="375249" y="3464584"/>
            <a:ext cx="5177681" cy="1011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1425"/>
              </a:lnSpc>
              <a:buFont typeface="Wingdings,Sans-Serif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  <a:cs typeface="Arial"/>
              </a:rPr>
              <a:t>Data &amp; Process Mapping</a:t>
            </a:r>
            <a:endParaRPr lang="en-US" sz="1400">
              <a:latin typeface="Century Gothic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endParaRPr lang="en-US" sz="1400">
              <a:solidFill>
                <a:srgbClr val="002060"/>
              </a:solidFill>
              <a:latin typeface="Century Gothic"/>
              <a:cs typeface="Arial"/>
            </a:endParaRPr>
          </a:p>
          <a:p>
            <a:pPr marL="285750" indent="-285750">
              <a:lnSpc>
                <a:spcPts val="1425"/>
              </a:lnSpc>
              <a:buFont typeface="Wingdings,Sans-Serif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  <a:cs typeface="Arial"/>
              </a:rPr>
              <a:t>Data Feed (As-is/To-Be)</a:t>
            </a:r>
            <a:endParaRPr lang="en-US" sz="1400">
              <a:solidFill>
                <a:srgbClr val="002060"/>
              </a:solidFill>
              <a:latin typeface="Century Gothic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endParaRPr lang="en-US" sz="1400">
              <a:solidFill>
                <a:srgbClr val="002060"/>
              </a:solidFill>
              <a:latin typeface="Century Gothic"/>
              <a:cs typeface="Arial"/>
            </a:endParaRPr>
          </a:p>
          <a:p>
            <a:pPr marL="285750" indent="-285750">
              <a:lnSpc>
                <a:spcPts val="1425"/>
              </a:lnSpc>
              <a:buFont typeface="Wingdings,Sans-Serif"/>
              <a:buChar char="§"/>
            </a:pPr>
            <a:r>
              <a:rPr lang="en-US" sz="1400">
                <a:solidFill>
                  <a:srgbClr val="002060"/>
                </a:solidFill>
                <a:latin typeface="Century Gothic"/>
                <a:cs typeface="Arial"/>
              </a:rPr>
              <a:t>Clarifications</a:t>
            </a:r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10E2B346-701F-8E8C-4838-89AF2AF3E010}"/>
              </a:ext>
            </a:extLst>
          </p:cNvPr>
          <p:cNvSpPr txBox="1">
            <a:spLocks/>
          </p:cNvSpPr>
          <p:nvPr/>
        </p:nvSpPr>
        <p:spPr>
          <a:xfrm>
            <a:off x="191029" y="2577141"/>
            <a:ext cx="8952971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algn="l" defTabSz="457200" rtl="0" eaLnBrk="1" latinLnBrk="0" hangingPunct="1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lang="en-US" sz="3400" b="1" u="sng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000">
                <a:latin typeface="Century Gothic"/>
                <a:cs typeface="Arial"/>
              </a:rPr>
              <a:t>Agenda – 2nd Half</a:t>
            </a:r>
            <a:endParaRPr lang="en-US" sz="30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6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8"/>
    </mc:Choice>
    <mc:Fallback xmlns="">
      <p:transition spd="slow" advTm="313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483F32BE-78B5-CF46-9076-1B0D1F43153E}"/>
              </a:ext>
            </a:extLst>
          </p:cNvPr>
          <p:cNvSpPr txBox="1">
            <a:spLocks/>
          </p:cNvSpPr>
          <p:nvPr/>
        </p:nvSpPr>
        <p:spPr>
          <a:xfrm>
            <a:off x="191029" y="0"/>
            <a:ext cx="8952971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algn="l" defTabSz="457200" rtl="0" eaLnBrk="1" latinLnBrk="0" hangingPunct="1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lang="en-US" sz="3400" b="1" u="sng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000" dirty="0">
                <a:latin typeface="Century Gothic"/>
                <a:cs typeface="Arial"/>
              </a:rPr>
              <a:t>High Level Requirements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1600" b="0" u="none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2000" b="0" u="none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0" u="none" dirty="0" err="1">
                <a:latin typeface="Arial"/>
                <a:cs typeface="Arial"/>
              </a:rPr>
              <a:t>Orsted</a:t>
            </a:r>
            <a:r>
              <a:rPr lang="en-US" sz="1600" b="0" u="none" dirty="0">
                <a:latin typeface="Arial"/>
                <a:cs typeface="Arial"/>
              </a:rPr>
              <a:t> wishes to migrate all active contracts including those where a contract is signed but not yet executed – e.g. signed in March, starting in April.</a:t>
            </a:r>
            <a:endParaRPr lang="en-US" sz="1600" dirty="0">
              <a:latin typeface="Century Gothic" panose="020B050202020202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1600" b="0" u="none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0" u="none" dirty="0" err="1">
                <a:latin typeface="Arial"/>
                <a:cs typeface="Arial"/>
              </a:rPr>
              <a:t>Orsted</a:t>
            </a:r>
            <a:r>
              <a:rPr lang="en-US" sz="1600" b="0" u="none" dirty="0">
                <a:latin typeface="Arial"/>
                <a:cs typeface="Arial"/>
              </a:rPr>
              <a:t> wishes to be able to amend any accounts/contracts that have been migrated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sz="1600" b="0" u="none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0" u="none" dirty="0">
                <a:latin typeface="Arial"/>
                <a:cs typeface="Arial"/>
              </a:rPr>
              <a:t>No Offers (unsigned contracts) are required to be migrated.</a:t>
            </a:r>
          </a:p>
          <a:p>
            <a:pPr marL="285750" indent="-285750">
              <a:buFont typeface="Arial"/>
              <a:buChar char="•"/>
            </a:pPr>
            <a:endParaRPr lang="en-US" sz="1600" b="0" u="none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0" u="none" dirty="0" err="1">
                <a:latin typeface="Arial"/>
                <a:cs typeface="Arial"/>
              </a:rPr>
              <a:t>Orsted</a:t>
            </a:r>
            <a:r>
              <a:rPr lang="en-US" sz="1600" b="0" u="none" dirty="0">
                <a:latin typeface="Arial"/>
                <a:cs typeface="Arial"/>
              </a:rPr>
              <a:t> has </a:t>
            </a:r>
            <a:r>
              <a:rPr lang="en-US" sz="1600" u="none" dirty="0">
                <a:latin typeface="Arial"/>
                <a:cs typeface="Arial"/>
              </a:rPr>
              <a:t>no</a:t>
            </a:r>
            <a:r>
              <a:rPr lang="en-US" sz="1600" b="0" u="none" dirty="0">
                <a:latin typeface="Arial"/>
                <a:cs typeface="Arial"/>
              </a:rPr>
              <a:t> requirement to migrate inactive accounts or expired contracts – this means that if a customer left </a:t>
            </a:r>
            <a:r>
              <a:rPr lang="en-US" sz="1600" b="0" u="none" dirty="0" err="1">
                <a:latin typeface="Arial"/>
                <a:cs typeface="Arial"/>
              </a:rPr>
              <a:t>Orsted</a:t>
            </a:r>
            <a:r>
              <a:rPr lang="en-US" sz="1600" b="0" u="none" dirty="0">
                <a:latin typeface="Arial"/>
                <a:cs typeface="Arial"/>
              </a:rPr>
              <a:t> but returns a year later, their data will not have been migrated.</a:t>
            </a:r>
            <a:endParaRPr lang="en-US" sz="1600" b="0" u="none" dirty="0"/>
          </a:p>
          <a:p>
            <a:pPr marL="285750" indent="-285750">
              <a:buFont typeface="Arial"/>
              <a:buChar char="•"/>
            </a:pPr>
            <a:endParaRPr lang="en-US" sz="1600" b="0" u="none" dirty="0">
              <a:latin typeface="Arial"/>
              <a:ea typeface="Calibri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IN" sz="1600" b="0" u="none" dirty="0">
                <a:latin typeface="Arial"/>
                <a:ea typeface="Calibri"/>
                <a:cs typeface="Arial"/>
              </a:rPr>
              <a:t>Maximum size of legacy data estimated about 400GB (including DK &amp; SE)</a:t>
            </a:r>
            <a:endParaRPr lang="en-US" sz="1600" b="0" u="none" dirty="0">
              <a:latin typeface="Arial"/>
              <a:ea typeface="Calibri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IN" sz="1600" b="0" u="none" dirty="0">
              <a:latin typeface="Arial"/>
              <a:ea typeface="Calibri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r>
              <a:rPr lang="en-IN" sz="1600" b="0" u="none" dirty="0">
                <a:latin typeface="Arial"/>
                <a:ea typeface="Calibri"/>
                <a:cs typeface="Arial"/>
              </a:rPr>
              <a:t>Minimum of 2 years of historical data to be migrated</a:t>
            </a:r>
            <a:endParaRPr lang="en-US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/>
              <a:buChar char="•"/>
            </a:pPr>
            <a:endParaRPr lang="en-IN" sz="1600" b="0" u="none" dirty="0">
              <a:solidFill>
                <a:srgbClr val="212121"/>
              </a:solidFill>
              <a:latin typeface="Calibri"/>
              <a:ea typeface="Calibri"/>
              <a:cs typeface="Calibri"/>
            </a:endParaRPr>
          </a:p>
          <a:p>
            <a:endParaRPr lang="en-US" sz="3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21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201BB-E394-8B65-C68F-1CB038AA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DE600B3C-B594-353D-D5FA-64A8DCB18E9F}"/>
              </a:ext>
            </a:extLst>
          </p:cNvPr>
          <p:cNvSpPr txBox="1">
            <a:spLocks/>
          </p:cNvSpPr>
          <p:nvPr/>
        </p:nvSpPr>
        <p:spPr>
          <a:xfrm>
            <a:off x="191029" y="0"/>
            <a:ext cx="8952971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algn="l" defTabSz="457200" rtl="0" eaLnBrk="1" latinLnBrk="0" hangingPunct="1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lang="en-US" sz="3400" b="1" u="sng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000">
                <a:latin typeface="Century Gothic"/>
                <a:cs typeface="Arial"/>
              </a:rPr>
              <a:t>High Level DM Approach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600" b="0" u="none">
              <a:latin typeface="Arial"/>
              <a:cs typeface="Arial"/>
            </a:endParaRPr>
          </a:p>
          <a:p>
            <a:r>
              <a:rPr lang="en-US" sz="1600" b="0" u="none"/>
              <a:t> We are here</a:t>
            </a:r>
          </a:p>
          <a:p>
            <a:endParaRPr lang="en-US" sz="3000"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E71EF5-BA1B-2C3D-387F-CD714129B8DB}"/>
              </a:ext>
            </a:extLst>
          </p:cNvPr>
          <p:cNvSpPr/>
          <p:nvPr/>
        </p:nvSpPr>
        <p:spPr>
          <a:xfrm>
            <a:off x="55574" y="1436889"/>
            <a:ext cx="1371600" cy="102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Strategy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D2F688-09A4-C51F-0ECA-352ECCAB74F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417841" y="1943436"/>
            <a:ext cx="625130" cy="1453"/>
          </a:xfrm>
          <a:prstGeom prst="straightConnector1">
            <a:avLst/>
          </a:prstGeom>
          <a:ln w="6350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6022A24-C83A-FF26-7E67-12DD5B8D2000}"/>
              </a:ext>
            </a:extLst>
          </p:cNvPr>
          <p:cNvSpPr/>
          <p:nvPr/>
        </p:nvSpPr>
        <p:spPr>
          <a:xfrm>
            <a:off x="2014556" y="1430539"/>
            <a:ext cx="1371600" cy="102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Extraction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332639-6FEC-E3BB-0342-F6F26AD329B0}"/>
              </a:ext>
            </a:extLst>
          </p:cNvPr>
          <p:cNvSpPr/>
          <p:nvPr/>
        </p:nvSpPr>
        <p:spPr>
          <a:xfrm>
            <a:off x="3908418" y="1430539"/>
            <a:ext cx="1689100" cy="102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Mapping and Transformation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EE25F0-BBB3-7BB3-6C35-97AAF46AA350}"/>
              </a:ext>
            </a:extLst>
          </p:cNvPr>
          <p:cNvCxnSpPr>
            <a:cxnSpLocks/>
          </p:cNvCxnSpPr>
          <p:nvPr/>
        </p:nvCxnSpPr>
        <p:spPr>
          <a:xfrm>
            <a:off x="3411629" y="1953364"/>
            <a:ext cx="509464" cy="0"/>
          </a:xfrm>
          <a:prstGeom prst="straightConnector1">
            <a:avLst/>
          </a:prstGeom>
          <a:ln w="6350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F0EE7CC-F100-A33C-5618-97E3A0BF9728}"/>
              </a:ext>
            </a:extLst>
          </p:cNvPr>
          <p:cNvCxnSpPr/>
          <p:nvPr/>
        </p:nvCxnSpPr>
        <p:spPr>
          <a:xfrm>
            <a:off x="5560061" y="1951239"/>
            <a:ext cx="614678" cy="0"/>
          </a:xfrm>
          <a:prstGeom prst="straightConnector1">
            <a:avLst/>
          </a:prstGeom>
          <a:ln w="6350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A51EC1A-C203-5362-9DA4-C3F0C5E3F91A}"/>
              </a:ext>
            </a:extLst>
          </p:cNvPr>
          <p:cNvSpPr/>
          <p:nvPr/>
        </p:nvSpPr>
        <p:spPr>
          <a:xfrm>
            <a:off x="6165851" y="1436889"/>
            <a:ext cx="1219200" cy="102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Staging Load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007D76-972D-A577-3C03-C45E360FA30A}"/>
              </a:ext>
            </a:extLst>
          </p:cNvPr>
          <p:cNvCxnSpPr>
            <a:cxnSpLocks/>
          </p:cNvCxnSpPr>
          <p:nvPr/>
        </p:nvCxnSpPr>
        <p:spPr>
          <a:xfrm>
            <a:off x="7376816" y="1948064"/>
            <a:ext cx="533984" cy="6350"/>
          </a:xfrm>
          <a:prstGeom prst="straightConnector1">
            <a:avLst/>
          </a:prstGeom>
          <a:ln w="6350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FA2C515-CF7B-3D3B-F78D-CAA0296B61C1}"/>
              </a:ext>
            </a:extLst>
          </p:cNvPr>
          <p:cNvSpPr/>
          <p:nvPr/>
        </p:nvSpPr>
        <p:spPr>
          <a:xfrm>
            <a:off x="7902565" y="1436889"/>
            <a:ext cx="1219200" cy="102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Load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9F1B6F-B4CC-96C6-BFA6-C6C183F469B0}"/>
              </a:ext>
            </a:extLst>
          </p:cNvPr>
          <p:cNvSpPr txBox="1"/>
          <p:nvPr/>
        </p:nvSpPr>
        <p:spPr>
          <a:xfrm>
            <a:off x="39692" y="2568341"/>
            <a:ext cx="175100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Data model in </a:t>
            </a:r>
            <a:r>
              <a:rPr lang="en-US" sz="1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Midas</a:t>
            </a:r>
            <a:endParaRPr lang="en-US" sz="140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 mapping to target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 the cut over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Finalize the DM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</a:t>
            </a: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DM strategy document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55D48F-A3A4-E0EE-C598-BDDA60AB45E7}"/>
              </a:ext>
            </a:extLst>
          </p:cNvPr>
          <p:cNvSpPr txBox="1"/>
          <p:nvPr/>
        </p:nvSpPr>
        <p:spPr>
          <a:xfrm>
            <a:off x="1689118" y="2568340"/>
            <a:ext cx="24574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source systems data that are in scope of 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to be extracted by </a:t>
            </a:r>
            <a:r>
              <a:rPr lang="en-US" sz="140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Ørsted</a:t>
            </a: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requested 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workshop might be required to understand data if data cleansing is required(Workshops are yet to be planned)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9A3A68-9687-B583-9594-57EC658D3E17}"/>
              </a:ext>
            </a:extLst>
          </p:cNvPr>
          <p:cNvSpPr txBox="1"/>
          <p:nvPr/>
        </p:nvSpPr>
        <p:spPr>
          <a:xfrm>
            <a:off x="3868760" y="2571750"/>
            <a:ext cx="20875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Rules to be designed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test data scripts to validate the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</a:t>
            </a: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Data mapping sheet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D248B5-951E-BB3C-2FF8-F7CE33AF7B0F}"/>
              </a:ext>
            </a:extLst>
          </p:cNvPr>
          <p:cNvSpPr txBox="1"/>
          <p:nvPr/>
        </p:nvSpPr>
        <p:spPr>
          <a:xfrm>
            <a:off x="5867400" y="2571750"/>
            <a:ext cx="18653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to Staging DB to load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Reconciliation report for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 and Rerun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43B070-B322-4033-6075-877EA8EB87CC}"/>
              </a:ext>
            </a:extLst>
          </p:cNvPr>
          <p:cNvSpPr txBox="1"/>
          <p:nvPr/>
        </p:nvSpPr>
        <p:spPr>
          <a:xfrm>
            <a:off x="7858116" y="2584450"/>
            <a:ext cx="1219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Load   and Reconciliation Report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C03E546-2093-2FE0-32A9-D7FD4CED06E2}"/>
              </a:ext>
            </a:extLst>
          </p:cNvPr>
          <p:cNvCxnSpPr/>
          <p:nvPr/>
        </p:nvCxnSpPr>
        <p:spPr>
          <a:xfrm>
            <a:off x="741374" y="962264"/>
            <a:ext cx="0" cy="474625"/>
          </a:xfrm>
          <a:prstGeom prst="straightConnector1">
            <a:avLst/>
          </a:prstGeom>
          <a:ln w="6350">
            <a:solidFill>
              <a:schemeClr val="accent2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42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E244-E624-269F-F488-033FB1A3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13463C58-88D2-7B89-F211-82BF81AF5D05}"/>
              </a:ext>
            </a:extLst>
          </p:cNvPr>
          <p:cNvSpPr txBox="1">
            <a:spLocks/>
          </p:cNvSpPr>
          <p:nvPr/>
        </p:nvSpPr>
        <p:spPr>
          <a:xfrm>
            <a:off x="191029" y="0"/>
            <a:ext cx="8952971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algn="l" defTabSz="457200" rtl="0" eaLnBrk="1" latinLnBrk="0" hangingPunct="1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lang="en-US" sz="3400" b="1" u="sng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3000">
                <a:latin typeface="Century Gothic"/>
                <a:cs typeface="Arial"/>
              </a:rPr>
              <a:t>Migration Approach</a:t>
            </a:r>
            <a:endParaRPr lang="en-US" sz="3000">
              <a:latin typeface="Century Gothic" panose="020B0502020202020204" pitchFamily="34" charset="0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DC8B7ADA-C672-E177-4F95-866273BB9F22}"/>
              </a:ext>
            </a:extLst>
          </p:cNvPr>
          <p:cNvSpPr txBox="1">
            <a:spLocks/>
          </p:cNvSpPr>
          <p:nvPr/>
        </p:nvSpPr>
        <p:spPr>
          <a:xfrm>
            <a:off x="265332" y="2056758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>
              <a:solidFill>
                <a:schemeClr val="accent1"/>
              </a:solidFill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1600">
              <a:solidFill>
                <a:schemeClr val="accent1"/>
              </a:solidFill>
            </a:endParaRP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>
              <a:solidFill>
                <a:schemeClr val="accent1"/>
              </a:solidFill>
            </a:endParaRPr>
          </a:p>
        </p:txBody>
      </p:sp>
      <p:pic>
        <p:nvPicPr>
          <p:cNvPr id="2" name="Picture 1" descr="A diagram of a data reconciliation layer&#10;&#10;AI-generated content may be incorrect.">
            <a:extLst>
              <a:ext uri="{FF2B5EF4-FFF2-40B4-BE49-F238E27FC236}">
                <a16:creationId xmlns:a16="http://schemas.microsoft.com/office/drawing/2014/main" id="{2664D585-969A-C0DD-AF3C-A53B52578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868"/>
            <a:ext cx="9144000" cy="29045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0D6EB-C221-F6E5-F7B1-958678F93498}"/>
              </a:ext>
            </a:extLst>
          </p:cNvPr>
          <p:cNvSpPr txBox="1"/>
          <p:nvPr/>
        </p:nvSpPr>
        <p:spPr>
          <a:xfrm>
            <a:off x="711200" y="4051300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Need of ETL tool to be decided during DM migration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83134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8"/>
    </mc:Choice>
    <mc:Fallback xmlns="">
      <p:transition spd="slow" advTm="313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8D44-AD48-98B7-8590-D31AAB87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2B31412D-A51C-BCB3-2D2A-800D627CF9FA}"/>
              </a:ext>
            </a:extLst>
          </p:cNvPr>
          <p:cNvSpPr txBox="1">
            <a:spLocks/>
          </p:cNvSpPr>
          <p:nvPr/>
        </p:nvSpPr>
        <p:spPr>
          <a:xfrm>
            <a:off x="354043" y="1217787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1B91B1B5-332C-04C5-182E-A4B520DAEB2B}"/>
              </a:ext>
            </a:extLst>
          </p:cNvPr>
          <p:cNvSpPr txBox="1">
            <a:spLocks/>
          </p:cNvSpPr>
          <p:nvPr/>
        </p:nvSpPr>
        <p:spPr>
          <a:xfrm>
            <a:off x="183826" y="43252"/>
            <a:ext cx="9307013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457200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sz="3000" b="1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8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3000" b="1" i="0" u="sng" strike="noStrike" kern="1200" cap="none" spc="0" normalizeH="0" baseline="0" noProof="0">
                <a:ln>
                  <a:noFill/>
                </a:ln>
                <a:solidFill>
                  <a:srgbClr val="0E357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</a:rPr>
              <a:t>Cut-Over Activities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28E26B-0D08-D5C9-3480-AA640336E942}"/>
              </a:ext>
            </a:extLst>
          </p:cNvPr>
          <p:cNvSpPr/>
          <p:nvPr/>
        </p:nvSpPr>
        <p:spPr>
          <a:xfrm>
            <a:off x="183826" y="879233"/>
            <a:ext cx="52395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B5F64637-05DB-4122-F406-A638BEB063D9}"/>
              </a:ext>
            </a:extLst>
          </p:cNvPr>
          <p:cNvSpPr txBox="1">
            <a:spLocks/>
          </p:cNvSpPr>
          <p:nvPr/>
        </p:nvSpPr>
        <p:spPr>
          <a:xfrm>
            <a:off x="265332" y="2056758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E94794-8B9B-7EC5-090E-8271481D347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556302" y="1919837"/>
            <a:ext cx="7553438" cy="72736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iangle 7">
            <a:extLst>
              <a:ext uri="{FF2B5EF4-FFF2-40B4-BE49-F238E27FC236}">
                <a16:creationId xmlns:a16="http://schemas.microsoft.com/office/drawing/2014/main" id="{07075209-D99D-7352-C03B-C844F393A64E}"/>
              </a:ext>
            </a:extLst>
          </p:cNvPr>
          <p:cNvSpPr/>
          <p:nvPr/>
        </p:nvSpPr>
        <p:spPr>
          <a:xfrm>
            <a:off x="8016222" y="1774043"/>
            <a:ext cx="374073" cy="291587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6E882-95D7-AD16-3119-913A246BAAD5}"/>
              </a:ext>
            </a:extLst>
          </p:cNvPr>
          <p:cNvSpPr txBox="1"/>
          <p:nvPr/>
        </p:nvSpPr>
        <p:spPr>
          <a:xfrm>
            <a:off x="7840330" y="2138367"/>
            <a:ext cx="8728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Graceful Re-start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7C9AA9B8-81E6-2937-F2FE-4EA6C99DC436}"/>
              </a:ext>
            </a:extLst>
          </p:cNvPr>
          <p:cNvSpPr/>
          <p:nvPr/>
        </p:nvSpPr>
        <p:spPr>
          <a:xfrm>
            <a:off x="421219" y="1846779"/>
            <a:ext cx="374073" cy="291587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3504D-3BEE-BE80-348B-E70E51853F2D}"/>
              </a:ext>
            </a:extLst>
          </p:cNvPr>
          <p:cNvSpPr txBox="1"/>
          <p:nvPr/>
        </p:nvSpPr>
        <p:spPr>
          <a:xfrm>
            <a:off x="265332" y="2124989"/>
            <a:ext cx="11326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Graceful Shutdown (Dark Period)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72FC6-B420-666D-8777-F9C3DB5EBBD9}"/>
              </a:ext>
            </a:extLst>
          </p:cNvPr>
          <p:cNvSpPr txBox="1"/>
          <p:nvPr/>
        </p:nvSpPr>
        <p:spPr>
          <a:xfrm>
            <a:off x="7830591" y="1083275"/>
            <a:ext cx="10346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29</a:t>
            </a:r>
            <a:r>
              <a:rPr lang="en-US" sz="1400" baseline="30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-Sep</a:t>
            </a:r>
          </a:p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Monday </a:t>
            </a:r>
          </a:p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8:00 AM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03C85EAE-017C-C0DF-8F0A-E0611BAEF3B8}"/>
              </a:ext>
            </a:extLst>
          </p:cNvPr>
          <p:cNvSpPr/>
          <p:nvPr/>
        </p:nvSpPr>
        <p:spPr>
          <a:xfrm>
            <a:off x="6944646" y="1770341"/>
            <a:ext cx="374073" cy="291587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754599-AFF3-FC13-25E9-20D90C7F302E}"/>
              </a:ext>
            </a:extLst>
          </p:cNvPr>
          <p:cNvSpPr txBox="1"/>
          <p:nvPr/>
        </p:nvSpPr>
        <p:spPr>
          <a:xfrm>
            <a:off x="6659137" y="1321869"/>
            <a:ext cx="917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r>
            <a:r>
              <a:rPr lang="en-US" sz="1400" baseline="30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-Sep </a:t>
            </a:r>
          </a:p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8:00 PM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C0C09D-2805-80DD-1393-061F1AD9DC13}"/>
              </a:ext>
            </a:extLst>
          </p:cNvPr>
          <p:cNvSpPr txBox="1"/>
          <p:nvPr/>
        </p:nvSpPr>
        <p:spPr>
          <a:xfrm>
            <a:off x="6636414" y="2150769"/>
            <a:ext cx="1004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Go-No Go Decision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E4728949-1AD0-B2CE-3F7E-BE6640F5DA44}"/>
              </a:ext>
            </a:extLst>
          </p:cNvPr>
          <p:cNvSpPr/>
          <p:nvPr/>
        </p:nvSpPr>
        <p:spPr>
          <a:xfrm>
            <a:off x="5767312" y="1765663"/>
            <a:ext cx="374073" cy="291587"/>
          </a:xfrm>
          <a:prstGeom prst="triangle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6287A-33E1-41D6-E3C6-E92FE20AE198}"/>
              </a:ext>
            </a:extLst>
          </p:cNvPr>
          <p:cNvSpPr txBox="1"/>
          <p:nvPr/>
        </p:nvSpPr>
        <p:spPr>
          <a:xfrm>
            <a:off x="5587112" y="2109847"/>
            <a:ext cx="10049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Smoke Testing &amp; Business Validation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AF6784-54C6-1C28-4ECB-98C9B53D7852}"/>
              </a:ext>
            </a:extLst>
          </p:cNvPr>
          <p:cNvSpPr txBox="1"/>
          <p:nvPr/>
        </p:nvSpPr>
        <p:spPr>
          <a:xfrm>
            <a:off x="5532931" y="1298719"/>
            <a:ext cx="917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r>
            <a:r>
              <a:rPr lang="en-US" sz="1400" baseline="30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-Sep </a:t>
            </a:r>
          </a:p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4:00 PM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9F9E71-9FD1-B8C2-228E-1A387012BF04}"/>
              </a:ext>
            </a:extLst>
          </p:cNvPr>
          <p:cNvSpPr txBox="1"/>
          <p:nvPr/>
        </p:nvSpPr>
        <p:spPr>
          <a:xfrm>
            <a:off x="265332" y="1199480"/>
            <a:ext cx="10526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</a:t>
            </a:r>
            <a:r>
              <a:rPr lang="en-US" sz="1400" baseline="30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-Sep (Friday) </a:t>
            </a:r>
          </a:p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4:00 PM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889FF8-FF3F-CD9D-2819-58FECD32417F}"/>
              </a:ext>
            </a:extLst>
          </p:cNvPr>
          <p:cNvSpPr/>
          <p:nvPr/>
        </p:nvSpPr>
        <p:spPr>
          <a:xfrm>
            <a:off x="1325229" y="1845089"/>
            <a:ext cx="3719946" cy="37835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ETL Process </a:t>
            </a:r>
            <a:b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&amp; Technical Validation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0749B2-4D08-F830-5530-2FF5267853AF}"/>
              </a:ext>
            </a:extLst>
          </p:cNvPr>
          <p:cNvSpPr txBox="1"/>
          <p:nvPr/>
        </p:nvSpPr>
        <p:spPr>
          <a:xfrm>
            <a:off x="2829051" y="1409494"/>
            <a:ext cx="917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</a:t>
            </a:r>
            <a:r>
              <a:rPr lang="en-US" sz="1400" baseline="300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4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-Sep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139D4-DF3B-C6A6-3580-3A9930C0BFF1}"/>
              </a:ext>
            </a:extLst>
          </p:cNvPr>
          <p:cNvSpPr txBox="1"/>
          <p:nvPr/>
        </p:nvSpPr>
        <p:spPr>
          <a:xfrm>
            <a:off x="326911" y="3522017"/>
            <a:ext cx="8386255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rgbClr val="212121"/>
                </a:solidFill>
                <a:latin typeface="Calibri" panose="020F0502020204030204" pitchFamily="34" charset="0"/>
              </a:rPr>
              <a:t>List down the business impact, if any– can we freeze the data on Friday (26th Sep), are there weekly/quarterly business processes that run over the weekend that require MIDAS to be live and which might update MIDAS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i="0" u="none" strike="noStrike"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Manual Input of any data that is needed for go-live but will not be migrated. This will be fixed post migration in Bit2Win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9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E5D1-9D33-79F2-C2DA-5332E0F1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53C9F705-8966-674C-509C-6BBDF73EB724}"/>
              </a:ext>
            </a:extLst>
          </p:cNvPr>
          <p:cNvSpPr txBox="1">
            <a:spLocks/>
          </p:cNvSpPr>
          <p:nvPr/>
        </p:nvSpPr>
        <p:spPr>
          <a:xfrm>
            <a:off x="354043" y="1217787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EFD58F9F-D94F-B073-A963-12992EBE651E}"/>
              </a:ext>
            </a:extLst>
          </p:cNvPr>
          <p:cNvSpPr txBox="1">
            <a:spLocks/>
          </p:cNvSpPr>
          <p:nvPr/>
        </p:nvSpPr>
        <p:spPr>
          <a:xfrm>
            <a:off x="183826" y="43252"/>
            <a:ext cx="9307013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457200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sz="3000" b="1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8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3000" b="1" i="0" u="sng" strike="noStrike" kern="1200" cap="none" spc="0" normalizeH="0" baseline="0" noProof="0">
                <a:ln>
                  <a:noFill/>
                </a:ln>
                <a:solidFill>
                  <a:srgbClr val="0E357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/>
              </a:rPr>
              <a:t>Key Data to Process Mapping</a:t>
            </a:r>
          </a:p>
          <a:p>
            <a:pPr marL="0" marR="0" lvl="0" indent="0" algn="l" defTabSz="457200" rtl="0" eaLnBrk="1" fontAlgn="auto" latinLnBrk="0" hangingPunct="1">
              <a:lnSpc>
                <a:spcPct val="98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endParaRPr kumimoji="0" lang="en-US" sz="3000" b="1" i="0" u="sng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BF72AC-4530-E2A9-B6BD-F3C323FB4FBA}"/>
              </a:ext>
            </a:extLst>
          </p:cNvPr>
          <p:cNvSpPr/>
          <p:nvPr/>
        </p:nvSpPr>
        <p:spPr>
          <a:xfrm>
            <a:off x="183826" y="879233"/>
            <a:ext cx="52395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2F19E9F9-0F47-CA89-AC31-2B166A9D9EEA}"/>
              </a:ext>
            </a:extLst>
          </p:cNvPr>
          <p:cNvSpPr txBox="1">
            <a:spLocks/>
          </p:cNvSpPr>
          <p:nvPr/>
        </p:nvSpPr>
        <p:spPr>
          <a:xfrm>
            <a:off x="265332" y="2056758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537A24-769B-0BC7-8C21-E3FB9F6D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92054"/>
              </p:ext>
            </p:extLst>
          </p:nvPr>
        </p:nvGraphicFramePr>
        <p:xfrm>
          <a:off x="222029" y="642439"/>
          <a:ext cx="8738144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06">
                  <a:extLst>
                    <a:ext uri="{9D8B030D-6E8A-4147-A177-3AD203B41FA5}">
                      <a16:colId xmlns:a16="http://schemas.microsoft.com/office/drawing/2014/main" val="2477067714"/>
                    </a:ext>
                  </a:extLst>
                </a:gridCol>
                <a:gridCol w="1852274">
                  <a:extLst>
                    <a:ext uri="{9D8B030D-6E8A-4147-A177-3AD203B41FA5}">
                      <a16:colId xmlns:a16="http://schemas.microsoft.com/office/drawing/2014/main" val="2152308575"/>
                    </a:ext>
                  </a:extLst>
                </a:gridCol>
                <a:gridCol w="2446264">
                  <a:extLst>
                    <a:ext uri="{9D8B030D-6E8A-4147-A177-3AD203B41FA5}">
                      <a16:colId xmlns:a16="http://schemas.microsoft.com/office/drawing/2014/main" val="992094537"/>
                    </a:ext>
                  </a:extLst>
                </a:gridCol>
                <a:gridCol w="3108100">
                  <a:extLst>
                    <a:ext uri="{9D8B030D-6E8A-4147-A177-3AD203B41FA5}">
                      <a16:colId xmlns:a16="http://schemas.microsoft.com/office/drawing/2014/main" val="4266160728"/>
                    </a:ext>
                  </a:extLst>
                </a:gridCol>
              </a:tblGrid>
              <a:tr h="155577">
                <a:tc>
                  <a:txBody>
                    <a:bodyPr/>
                    <a:lstStyle/>
                    <a:p>
                      <a:r>
                        <a:rPr lang="en-US" sz="1100"/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Type of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Historical Data (No. of years)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745016"/>
                  </a:ext>
                </a:extLst>
              </a:tr>
              <a:tr h="256244">
                <a:tc rowSpan="2">
                  <a:txBody>
                    <a:bodyPr/>
                    <a:lstStyle/>
                    <a:p>
                      <a:r>
                        <a:rPr lang="en-US" sz="1100"/>
                        <a:t>Product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NA. Products will be created in Bit2Win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74703"/>
                  </a:ext>
                </a:extLst>
              </a:tr>
              <a:tr h="3569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NA. Products will be created in Bit2Win</a:t>
                      </a:r>
                    </a:p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486135"/>
                  </a:ext>
                </a:extLst>
              </a:tr>
              <a:tr h="155577">
                <a:tc rowSpan="4">
                  <a:txBody>
                    <a:bodyPr/>
                    <a:lstStyle/>
                    <a:p>
                      <a:r>
                        <a:rPr lang="en-US" sz="1100"/>
                        <a:t>Price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Meter Data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093145"/>
                  </a:ext>
                </a:extLst>
              </a:tr>
              <a:tr h="256244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Consumption (HH/Yearly)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996914"/>
                  </a:ext>
                </a:extLst>
              </a:tr>
              <a:tr h="155577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Service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All Active Service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602497"/>
                  </a:ext>
                </a:extLst>
              </a:tr>
              <a:tr h="256244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Price Feeds/Tariffs/charges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Data needed For all the active contracts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628154"/>
                  </a:ext>
                </a:extLst>
              </a:tr>
              <a:tr h="256244">
                <a:tc rowSpan="3">
                  <a:txBody>
                    <a:bodyPr/>
                    <a:lstStyle/>
                    <a:p>
                      <a:r>
                        <a:rPr lang="en-US" sz="11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Signed Contracts(PDFs)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BAU (Stored in DMS, integration required with B2W to access the PDFs)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399207"/>
                  </a:ext>
                </a:extLst>
              </a:tr>
              <a:tr h="1555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Offers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All unsigned offers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84715"/>
                  </a:ext>
                </a:extLst>
              </a:tr>
              <a:tr h="155577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Offer 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No. Will be configured in Bit2Win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033710"/>
                  </a:ext>
                </a:extLst>
              </a:tr>
              <a:tr h="256244">
                <a:tc rowSpan="2">
                  <a:txBody>
                    <a:bodyPr/>
                    <a:lstStyle/>
                    <a:p>
                      <a:r>
                        <a:rPr lang="en-US" sz="1100"/>
                        <a:t>Master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Accounts (Organization 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All Active &amp; Inactive accounts with active contracts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19721"/>
                  </a:ext>
                </a:extLst>
              </a:tr>
              <a:tr h="256244">
                <a:tc vMerge="1">
                  <a:txBody>
                    <a:bodyPr/>
                    <a:lstStyle/>
                    <a:p>
                      <a:endParaRPr 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Customer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No. Salesforce should send the data as and when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077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76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51E1-C1AB-1143-F733-F82AB6D1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C923C97F-81F0-FFD2-2405-44D6AC3CACB6}"/>
              </a:ext>
            </a:extLst>
          </p:cNvPr>
          <p:cNvSpPr txBox="1">
            <a:spLocks/>
          </p:cNvSpPr>
          <p:nvPr/>
        </p:nvSpPr>
        <p:spPr>
          <a:xfrm>
            <a:off x="183826" y="43252"/>
            <a:ext cx="9307013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457200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sz="3000" b="1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>
                <a:solidFill>
                  <a:srgbClr val="0E3570"/>
                </a:solidFill>
                <a:latin typeface="Century Gothic"/>
              </a:rPr>
              <a:t>Data Feed (As-is/To-Be)</a:t>
            </a:r>
            <a:endParaRPr kumimoji="0" lang="en-US" sz="3000" b="1" i="0" u="sng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98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endParaRPr kumimoji="0" lang="en-US" sz="3000" b="1" i="0" u="sng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B846B-3195-AEC5-0D9E-69E7610E016B}"/>
              </a:ext>
            </a:extLst>
          </p:cNvPr>
          <p:cNvSpPr/>
          <p:nvPr/>
        </p:nvSpPr>
        <p:spPr>
          <a:xfrm>
            <a:off x="183826" y="879233"/>
            <a:ext cx="52395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569FD719-FF40-8C57-A145-52D7F79277BC}"/>
              </a:ext>
            </a:extLst>
          </p:cNvPr>
          <p:cNvSpPr txBox="1">
            <a:spLocks/>
          </p:cNvSpPr>
          <p:nvPr/>
        </p:nvSpPr>
        <p:spPr>
          <a:xfrm>
            <a:off x="265332" y="2056758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7EDA25-7A00-2A79-D150-949990A71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085682"/>
              </p:ext>
            </p:extLst>
          </p:nvPr>
        </p:nvGraphicFramePr>
        <p:xfrm>
          <a:off x="603849" y="1240047"/>
          <a:ext cx="8001127" cy="34533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2360">
                  <a:extLst>
                    <a:ext uri="{9D8B030D-6E8A-4147-A177-3AD203B41FA5}">
                      <a16:colId xmlns:a16="http://schemas.microsoft.com/office/drawing/2014/main" val="1487051869"/>
                    </a:ext>
                  </a:extLst>
                </a:gridCol>
                <a:gridCol w="1922711">
                  <a:extLst>
                    <a:ext uri="{9D8B030D-6E8A-4147-A177-3AD203B41FA5}">
                      <a16:colId xmlns:a16="http://schemas.microsoft.com/office/drawing/2014/main" val="4107028625"/>
                    </a:ext>
                  </a:extLst>
                </a:gridCol>
                <a:gridCol w="1426780">
                  <a:extLst>
                    <a:ext uri="{9D8B030D-6E8A-4147-A177-3AD203B41FA5}">
                      <a16:colId xmlns:a16="http://schemas.microsoft.com/office/drawing/2014/main" val="2097511807"/>
                    </a:ext>
                  </a:extLst>
                </a:gridCol>
                <a:gridCol w="2129276">
                  <a:extLst>
                    <a:ext uri="{9D8B030D-6E8A-4147-A177-3AD203B41FA5}">
                      <a16:colId xmlns:a16="http://schemas.microsoft.com/office/drawing/2014/main" val="580295927"/>
                    </a:ext>
                  </a:extLst>
                </a:gridCol>
              </a:tblGrid>
              <a:tr h="906253">
                <a:tc>
                  <a:txBody>
                    <a:bodyPr/>
                    <a:lstStyle/>
                    <a:p>
                      <a:pPr marL="228600" marR="0">
                        <a:buNone/>
                      </a:pPr>
                      <a:r>
                        <a:rPr lang="en-US" sz="1200" b="1" u="sng">
                          <a:solidFill>
                            <a:schemeClr val="tx1"/>
                          </a:solidFill>
                          <a:effectLst/>
                        </a:rPr>
                        <a:t>Master Data (Mandatory)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rgbClr val="FFFFFF"/>
                      </a:fgClr>
                      <a:bgClr>
                        <a:srgbClr val="F2F2F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u="sng">
                          <a:solidFill>
                            <a:schemeClr val="tx1"/>
                          </a:solidFill>
                          <a:effectLst/>
                        </a:rPr>
                        <a:t>Midas getting Data (As-is)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rgbClr val="FFFFFF"/>
                      </a:fgClr>
                      <a:bgClr>
                        <a:srgbClr val="F2F2F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u="sng">
                          <a:solidFill>
                            <a:schemeClr val="tx1"/>
                          </a:solidFill>
                          <a:effectLst/>
                        </a:rPr>
                        <a:t>B2W getting during Migration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rgbClr val="FFFFFF"/>
                      </a:fgClr>
                      <a:bgClr>
                        <a:srgbClr val="F2F2F2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u="sng">
                          <a:solidFill>
                            <a:schemeClr val="tx1"/>
                          </a:solidFill>
                          <a:effectLst/>
                        </a:rPr>
                        <a:t>Post Migration-B2W getting data (To-Be)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">
                      <a:fgClr>
                        <a:srgbClr val="FFFFFF"/>
                      </a:fgClr>
                      <a:bgClr>
                        <a:srgbClr val="F2F2F2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928788855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Customer Master Data Table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Salesforce</a:t>
                      </a:r>
                    </a:p>
                    <a:p>
                      <a:pPr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905705"/>
                  </a:ext>
                </a:extLst>
              </a:tr>
              <a:tr h="2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Meter Master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  <a:p>
                      <a:pPr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768401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Meter point data -Gas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51768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Meter point data- power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795010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Consumption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099609"/>
                  </a:ext>
                </a:extLst>
              </a:tr>
              <a:tr h="214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Payer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  <a:p>
                      <a:pPr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 PF(Mared DB )</a:t>
                      </a:r>
                    </a:p>
                    <a:p>
                      <a:pPr>
                        <a:buNone/>
                      </a:pP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86504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Offer details and Contract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Bit2win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801492"/>
                  </a:ext>
                </a:extLst>
              </a:tr>
              <a:tr h="289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Offer and Contract Charge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MIDAS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Bit2win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206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17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F1970-043C-BB09-AE25-B0E8AD16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85952E18-6F33-129C-AE77-761F9C3A2269}"/>
              </a:ext>
            </a:extLst>
          </p:cNvPr>
          <p:cNvSpPr txBox="1">
            <a:spLocks/>
          </p:cNvSpPr>
          <p:nvPr/>
        </p:nvSpPr>
        <p:spPr>
          <a:xfrm>
            <a:off x="354043" y="1217787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7B05484A-2372-8968-6C8F-65E9A2680831}"/>
              </a:ext>
            </a:extLst>
          </p:cNvPr>
          <p:cNvSpPr txBox="1">
            <a:spLocks/>
          </p:cNvSpPr>
          <p:nvPr/>
        </p:nvSpPr>
        <p:spPr>
          <a:xfrm>
            <a:off x="183826" y="43252"/>
            <a:ext cx="9307013" cy="41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defTabSz="457200">
              <a:lnSpc>
                <a:spcPct val="98000"/>
              </a:lnSpc>
              <a:spcBef>
                <a:spcPct val="0"/>
              </a:spcBef>
              <a:buNone/>
              <a:tabLst>
                <a:tab pos="457200" algn="l"/>
              </a:tabLst>
              <a:defRPr sz="3000" b="1" u="sng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8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lang="en-US">
                <a:solidFill>
                  <a:srgbClr val="0E3570"/>
                </a:solidFill>
                <a:latin typeface="Century Gothic" panose="020B0502020202020204" pitchFamily="34" charset="0"/>
              </a:rPr>
              <a:t>Clarifications</a:t>
            </a:r>
            <a:endParaRPr kumimoji="0" lang="en-US" sz="3000" b="1" i="0" u="sng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013B58-57DD-8500-B66F-5B917929B492}"/>
              </a:ext>
            </a:extLst>
          </p:cNvPr>
          <p:cNvSpPr/>
          <p:nvPr/>
        </p:nvSpPr>
        <p:spPr>
          <a:xfrm>
            <a:off x="183826" y="879233"/>
            <a:ext cx="52395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AD2267A2-89DE-5CDF-02B7-A8C1FE3CEC70}"/>
              </a:ext>
            </a:extLst>
          </p:cNvPr>
          <p:cNvSpPr txBox="1">
            <a:spLocks/>
          </p:cNvSpPr>
          <p:nvPr/>
        </p:nvSpPr>
        <p:spPr>
          <a:xfrm>
            <a:off x="265332" y="2056758"/>
            <a:ext cx="6607423" cy="4860360"/>
          </a:xfrm>
          <a:prstGeom prst="rect">
            <a:avLst/>
          </a:prstGeom>
        </p:spPr>
        <p:txBody>
          <a:bodyPr>
            <a:normAutofit/>
          </a:bodyPr>
          <a:lstStyle>
            <a:lvl1pPr marL="231775" indent="-231775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panose="020B0604020202020204" pitchFamily="34" charset="0"/>
              <a:buChar char="•"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0858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600"/>
              </a:spcBef>
              <a:buClr>
                <a:srgbClr val="00B0F0"/>
              </a:buClr>
              <a:buFont typeface="Arial" charset="0"/>
              <a:buChar char="•"/>
              <a:def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429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E35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630EA7C-E697-305B-1449-3535E0A36579}"/>
              </a:ext>
            </a:extLst>
          </p:cNvPr>
          <p:cNvGraphicFramePr>
            <a:graphicFrameLocks noGrp="1"/>
          </p:cNvGraphicFramePr>
          <p:nvPr/>
        </p:nvGraphicFramePr>
        <p:xfrm>
          <a:off x="250606" y="1202904"/>
          <a:ext cx="8628062" cy="3047961"/>
        </p:xfrm>
        <a:graphic>
          <a:graphicData uri="http://schemas.openxmlformats.org/drawingml/2006/table">
            <a:tbl>
              <a:tblPr/>
              <a:tblGrid>
                <a:gridCol w="588738">
                  <a:extLst>
                    <a:ext uri="{9D8B030D-6E8A-4147-A177-3AD203B41FA5}">
                      <a16:colId xmlns:a16="http://schemas.microsoft.com/office/drawing/2014/main" val="4012866290"/>
                    </a:ext>
                  </a:extLst>
                </a:gridCol>
                <a:gridCol w="8039324">
                  <a:extLst>
                    <a:ext uri="{9D8B030D-6E8A-4147-A177-3AD203B41FA5}">
                      <a16:colId xmlns:a16="http://schemas.microsoft.com/office/drawing/2014/main" val="2810889954"/>
                    </a:ext>
                  </a:extLst>
                </a:gridCol>
              </a:tblGrid>
              <a:tr h="144403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S.No</a:t>
                      </a: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Queries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354428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much of transaction data currently resides in MIDAS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267679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Model of MIDAS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436557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No. of objects/tables in MIDAS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51200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Segregation of tables based on functionality - master data, product management, pricing, sales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800471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Assuming that the products will be configured in Bit2Win and not migrated, understanding of related tables to map the transactional data (specific to products)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3983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will be good to also understand that if we can move some of the current master data to Salesforce </a:t>
                      </a:r>
                      <a:r>
                        <a:rPr lang="en-IN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eg</a:t>
                      </a: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Customer Master data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011718"/>
                  </a:ext>
                </a:extLst>
              </a:tr>
              <a:tr h="1444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many years of data needs to be migrated?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085135"/>
                  </a:ext>
                </a:extLst>
              </a:tr>
              <a:tr h="46028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6769" marR="6769" marT="67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 consumption data also stored in MIDAS? </a:t>
                      </a:r>
                      <a:b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What is the data volume for the same?</a:t>
                      </a:r>
                      <a:b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Does MIDAS store consumption or meter readings? If meter readings what is the interval of the reads (15/30/60 mins)?</a:t>
                      </a:r>
                    </a:p>
                  </a:txBody>
                  <a:tcPr marL="6769" marR="6769" marT="676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54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655936"/>
      </p:ext>
    </p:extLst>
  </p:cSld>
  <p:clrMapOvr>
    <a:masterClrMapping/>
  </p:clrMapOvr>
</p:sld>
</file>

<file path=ppt/theme/theme1.xml><?xml version="1.0" encoding="utf-8"?>
<a:theme xmlns:a="http://schemas.openxmlformats.org/drawingml/2006/main" name="Wipro 2017 PPT Theme">
  <a:themeElements>
    <a:clrScheme name="Wipro Template 2014">
      <a:dk1>
        <a:srgbClr val="000000"/>
      </a:dk1>
      <a:lt1>
        <a:srgbClr val="FFFFFF"/>
      </a:lt1>
      <a:dk2>
        <a:srgbClr val="0E3570"/>
      </a:dk2>
      <a:lt2>
        <a:srgbClr val="F2F2F2"/>
      </a:lt2>
      <a:accent1>
        <a:srgbClr val="0E3570"/>
      </a:accent1>
      <a:accent2>
        <a:srgbClr val="646363"/>
      </a:accent2>
      <a:accent3>
        <a:srgbClr val="6DC24B"/>
      </a:accent3>
      <a:accent4>
        <a:srgbClr val="FFDA29"/>
      </a:accent4>
      <a:accent5>
        <a:srgbClr val="EF3341"/>
      </a:accent5>
      <a:accent6>
        <a:srgbClr val="00A2E0"/>
      </a:accent6>
      <a:hlink>
        <a:srgbClr val="646363"/>
      </a:hlink>
      <a:folHlink>
        <a:srgbClr val="646363"/>
      </a:folHlink>
    </a:clrScheme>
    <a:fontScheme name="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 w="6350">
          <a:solidFill>
            <a:schemeClr val="accent2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2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smtClean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ptx" id="{5C5D5A0E-3112-4AC5-A96F-8949CA43C739}" vid="{8D42C87D-71DC-4989-A6EF-B34D40F243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6DB169C644B74489C8D2F4571C9F57" ma:contentTypeVersion="4" ma:contentTypeDescription="Create a new document." ma:contentTypeScope="" ma:versionID="bc65903421be67e9e6f6609a77cdd61c">
  <xsd:schema xmlns:xsd="http://www.w3.org/2001/XMLSchema" xmlns:xs="http://www.w3.org/2001/XMLSchema" xmlns:p="http://schemas.microsoft.com/office/2006/metadata/properties" xmlns:ns2="1a1216e5-5b1c-43fe-8c65-62bf2e896572" targetNamespace="http://schemas.microsoft.com/office/2006/metadata/properties" ma:root="true" ma:fieldsID="119cf9da0ea1f80568294c15d7e0c514" ns2:_="">
    <xsd:import namespace="1a1216e5-5b1c-43fe-8c65-62bf2e896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1216e5-5b1c-43fe-8c65-62bf2e8965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F16EC9D-4E0A-4D2B-BDE7-9B4D03AD9B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D19CAA-4D75-43E5-9935-CB2580DFF94E}">
  <ds:schemaRefs>
    <ds:schemaRef ds:uri="1a1216e5-5b1c-43fe-8c65-62bf2e8965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BC72AFF-107F-4ACF-B254-C895CDA6901D}">
  <ds:schemaRefs>
    <ds:schemaRef ds:uri="1a1216e5-5b1c-43fe-8c65-62bf2e8965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838</Words>
  <Application>Microsoft Office PowerPoint</Application>
  <PresentationFormat>On-screen Show (16:9)</PresentationFormat>
  <Paragraphs>176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Arial,Sans-Serif</vt:lpstr>
      <vt:lpstr>Calibri</vt:lpstr>
      <vt:lpstr>Century Gothic</vt:lpstr>
      <vt:lpstr>Tenorite</vt:lpstr>
      <vt:lpstr>Tenorite Regular</vt:lpstr>
      <vt:lpstr>Wingdings</vt:lpstr>
      <vt:lpstr>Wingdings,Sans-Serif</vt:lpstr>
      <vt:lpstr>Wipro 2017 PPT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Wipro ORMB - State Street- V11_PJ</dc:title>
  <dc:subject>Corp_Presentation_Template</dc:subject>
  <dc:creator>Akash Gupta (MAS)</dc:creator>
  <cp:lastModifiedBy>Ajeesh Kumar A</cp:lastModifiedBy>
  <cp:revision>3</cp:revision>
  <dcterms:created xsi:type="dcterms:W3CDTF">2018-11-05T07:24:43Z</dcterms:created>
  <dcterms:modified xsi:type="dcterms:W3CDTF">2025-03-17T13:18:05Z</dcterms:modified>
  <cp:contentStatus>2017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0x010100C86DB169C644B74489C8D2F4571C9F57</vt:lpwstr>
  </property>
  <property fmtid="{D5CDD505-2E9C-101B-9397-08002B2CF9AE}" pid="3" name="Presentation">
    <vt:lpwstr>Wipro ORMB - State Street- V11_PJ</vt:lpwstr>
  </property>
  <property fmtid="{D5CDD505-2E9C-101B-9397-08002B2CF9AE}" pid="4" name="SlideDescription">
    <vt:lpwstr/>
  </property>
  <property fmtid="{D5CDD505-2E9C-101B-9397-08002B2CF9AE}" pid="5" name="MSIP_Label_08db2a94-1328-4cb2-b589-c6efe5808a7a_Enabled">
    <vt:lpwstr>true</vt:lpwstr>
  </property>
  <property fmtid="{D5CDD505-2E9C-101B-9397-08002B2CF9AE}" pid="6" name="MSIP_Label_08db2a94-1328-4cb2-b589-c6efe5808a7a_SetDate">
    <vt:lpwstr>2023-09-16T06:40:54Z</vt:lpwstr>
  </property>
  <property fmtid="{D5CDD505-2E9C-101B-9397-08002B2CF9AE}" pid="7" name="MSIP_Label_08db2a94-1328-4cb2-b589-c6efe5808a7a_Method">
    <vt:lpwstr>Privileged</vt:lpwstr>
  </property>
  <property fmtid="{D5CDD505-2E9C-101B-9397-08002B2CF9AE}" pid="8" name="MSIP_Label_08db2a94-1328-4cb2-b589-c6efe5808a7a_Name">
    <vt:lpwstr>Personal - Individual Use</vt:lpwstr>
  </property>
  <property fmtid="{D5CDD505-2E9C-101B-9397-08002B2CF9AE}" pid="9" name="MSIP_Label_08db2a94-1328-4cb2-b589-c6efe5808a7a_SiteId">
    <vt:lpwstr>258ac4e4-146a-411e-9dc8-79a9e12fd6da</vt:lpwstr>
  </property>
  <property fmtid="{D5CDD505-2E9C-101B-9397-08002B2CF9AE}" pid="10" name="MSIP_Label_08db2a94-1328-4cb2-b589-c6efe5808a7a_ActionId">
    <vt:lpwstr>de964c90-8514-49b3-99d0-ca1fc8d378a1</vt:lpwstr>
  </property>
  <property fmtid="{D5CDD505-2E9C-101B-9397-08002B2CF9AE}" pid="11" name="MSIP_Label_08db2a94-1328-4cb2-b589-c6efe5808a7a_ContentBits">
    <vt:lpwstr>2</vt:lpwstr>
  </property>
</Properties>
</file>